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5.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74" r:id="rId5"/>
    <p:sldId id="278" r:id="rId6"/>
    <p:sldId id="293" r:id="rId7"/>
    <p:sldId id="294" r:id="rId8"/>
    <p:sldId id="295" r:id="rId9"/>
    <p:sldId id="296"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E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010" autoAdjust="0"/>
    <p:restoredTop sz="89769" autoAdjust="0"/>
  </p:normalViewPr>
  <p:slideViewPr>
    <p:cSldViewPr snapToGrid="0" snapToObjects="1">
      <p:cViewPr>
        <p:scale>
          <a:sx n="127" d="100"/>
          <a:sy n="127" d="100"/>
        </p:scale>
        <p:origin x="1688" y="4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customXml" Target="../customXml/item1.xml"/><Relationship Id="rId14" Type="http://schemas.openxmlformats.org/officeDocument/2006/relationships/customXmlProps" Target="../customXml/itemProps15.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effectLst/>
              </a:rPr>
              <a:t>老师同学们大家下午好，我是吴嘉淇。</a:t>
            </a:r>
            <a:endParaRPr lang="en-US" altLang="zh-CN" dirty="0">
              <a:effectLst/>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effectLst/>
              </a:rPr>
              <a:t>今天，我和我们小组的成员将为大家介绍我们两个小组本学期计划开发的的视网膜光凝手术智能教学游戏系统项目的初步内容规划。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7021451-1387-4CA6-816F-3879F97B5CBC}" type="slidenum">
              <a:rPr kumimoji="0" lang="en-US" sz="1200" b="0" i="0" u="none" strike="noStrike" kern="1200" cap="none" spc="0" normalizeH="0" baseline="0" noProof="0">
                <a:ln>
                  <a:noFill/>
                </a:ln>
                <a:solidFill>
                  <a:srgbClr val="000000"/>
                </a:solidFill>
                <a:effectLst/>
                <a:uLnTx/>
                <a:uFillTx/>
                <a:latin typeface="Calibri"/>
                <a:ea typeface="+mn-ea"/>
                <a:cs typeface="+mn-cs"/>
              </a:rPr>
            </a:fld>
            <a:endParaRPr kumimoji="0" lang="en-US" sz="1200" b="0" i="0" u="none" strike="noStrike" kern="1200" cap="none" spc="0" normalizeH="0" baseline="0" noProof="0">
              <a:ln>
                <a:noFill/>
              </a:ln>
              <a:solidFill>
                <a:srgbClr val="000000"/>
              </a:solidFill>
              <a:effectLst/>
              <a:uLnTx/>
              <a:uFillTx/>
              <a:latin typeface="Calibri"/>
              <a:ea typeface="+mn-ea"/>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7021451-1387-4CA6-816F-3879F97B5CBC}" type="slidenum">
              <a:rPr kumimoji="0" lang="en-US" sz="1200" b="0" i="0" u="none" strike="noStrike" kern="1200" cap="none" spc="0" normalizeH="0" baseline="0" noProof="0">
                <a:ln>
                  <a:noFill/>
                </a:ln>
                <a:solidFill>
                  <a:srgbClr val="000000"/>
                </a:solidFill>
                <a:effectLst/>
                <a:uLnTx/>
                <a:uFillTx/>
                <a:latin typeface="Calibri"/>
                <a:ea typeface="+mn-ea"/>
                <a:cs typeface="+mn-cs"/>
              </a:rPr>
            </a:fld>
            <a:endParaRPr kumimoji="0" lang="en-US" sz="1200" b="0" i="0" u="none" strike="noStrike" kern="1200" cap="none" spc="0" normalizeH="0" baseline="0" noProof="0">
              <a:ln>
                <a:noFill/>
              </a:ln>
              <a:solidFill>
                <a:srgbClr val="000000"/>
              </a:solidFill>
              <a:effectLst/>
              <a:uLnTx/>
              <a:uFillTx/>
              <a:latin typeface="Calibri"/>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7021451-1387-4CA6-816F-3879F97B5CBC}" type="slidenum">
              <a:rPr kumimoji="0" lang="en-US" sz="1200" b="0" i="0" u="none" strike="noStrike" kern="1200" cap="none" spc="0" normalizeH="0" baseline="0" noProof="0">
                <a:ln>
                  <a:noFill/>
                </a:ln>
                <a:solidFill>
                  <a:srgbClr val="000000"/>
                </a:solidFill>
                <a:effectLst/>
                <a:uLnTx/>
                <a:uFillTx/>
                <a:latin typeface="Calibri"/>
                <a:ea typeface="+mn-ea"/>
                <a:cs typeface="+mn-cs"/>
              </a:rPr>
            </a:fld>
            <a:endParaRPr kumimoji="0" lang="en-US" sz="1200" b="0" i="0" u="none" strike="noStrike" kern="1200" cap="none" spc="0" normalizeH="0" baseline="0" noProof="0">
              <a:ln>
                <a:noFill/>
              </a:ln>
              <a:solidFill>
                <a:srgbClr val="000000"/>
              </a:solidFill>
              <a:effectLst/>
              <a:uLnTx/>
              <a:uFillTx/>
              <a:latin typeface="Calibri"/>
              <a:ea typeface="+mn-ea"/>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7021451-1387-4CA6-816F-3879F97B5CBC}" type="slidenum">
              <a:rPr kumimoji="0" lang="en-US" sz="1200" b="0" i="0" u="none" strike="noStrike" kern="1200" cap="none" spc="0" normalizeH="0" baseline="0" noProof="0">
                <a:ln>
                  <a:noFill/>
                </a:ln>
                <a:solidFill>
                  <a:srgbClr val="000000"/>
                </a:solidFill>
                <a:effectLst/>
                <a:uLnTx/>
                <a:uFillTx/>
                <a:latin typeface="Calibri"/>
                <a:ea typeface="+mn-ea"/>
                <a:cs typeface="+mn-cs"/>
              </a:rPr>
            </a:fld>
            <a:endParaRPr kumimoji="0" lang="en-US" sz="1200" b="0" i="0" u="none" strike="noStrike" kern="1200" cap="none" spc="0" normalizeH="0" baseline="0" noProof="0">
              <a:ln>
                <a:noFill/>
              </a:ln>
              <a:solidFill>
                <a:srgbClr val="000000"/>
              </a:solidFill>
              <a:effectLst/>
              <a:uLnTx/>
              <a:uFillTx/>
              <a:latin typeface="Calibri"/>
              <a:ea typeface="+mn-ea"/>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7021451-1387-4CA6-816F-3879F97B5CBC}" type="slidenum">
              <a:rPr kumimoji="0" lang="en-US" sz="1200" b="0" i="0" u="none" strike="noStrike" kern="1200" cap="none" spc="0" normalizeH="0" baseline="0" noProof="0">
                <a:ln>
                  <a:noFill/>
                </a:ln>
                <a:solidFill>
                  <a:srgbClr val="000000"/>
                </a:solidFill>
                <a:effectLst/>
                <a:uLnTx/>
                <a:uFillTx/>
                <a:latin typeface="Calibri"/>
                <a:ea typeface="+mn-ea"/>
                <a:cs typeface="+mn-cs"/>
              </a:rPr>
            </a:fld>
            <a:endParaRPr kumimoji="0" lang="en-US" sz="1200" b="0" i="0" u="none" strike="noStrike" kern="1200" cap="none" spc="0" normalizeH="0" baseline="0" noProof="0">
              <a:ln>
                <a:noFill/>
              </a:ln>
              <a:solidFill>
                <a:srgbClr val="000000"/>
              </a:solidFill>
              <a:effectLst/>
              <a:uLnTx/>
              <a:uFillTx/>
              <a:latin typeface="Calibri"/>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5.xml"/><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0" Type="http://schemas.openxmlformats.org/officeDocument/2006/relationships/notesSlide" Target="../notesSlides/notesSlide4.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image" Target="../media/image12.png"/><Relationship Id="rId7" Type="http://schemas.openxmlformats.org/officeDocument/2006/relationships/image" Target="../media/image11.png"/><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tags" Target="../tags/tag7.xml"/><Relationship Id="rId18" Type="http://schemas.openxmlformats.org/officeDocument/2006/relationships/notesSlide" Target="../notesSlides/notesSlide5.xml"/><Relationship Id="rId17" Type="http://schemas.openxmlformats.org/officeDocument/2006/relationships/slideLayout" Target="../slideLayouts/slideLayout1.xml"/><Relationship Id="rId16" Type="http://schemas.openxmlformats.org/officeDocument/2006/relationships/image" Target="../media/image16.png"/><Relationship Id="rId15" Type="http://schemas.openxmlformats.org/officeDocument/2006/relationships/image" Target="../media/image15.png"/><Relationship Id="rId14" Type="http://schemas.openxmlformats.org/officeDocument/2006/relationships/tags" Target="../tags/tag13.xml"/><Relationship Id="rId13" Type="http://schemas.openxmlformats.org/officeDocument/2006/relationships/image" Target="../media/image14.png"/><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image" Target="../media/image13.png"/><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18.png"/><Relationship Id="rId1" Type="http://schemas.openxmlformats.org/officeDocument/2006/relationships/image" Target="../media/image17.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tags" Target="../tags/tag14.xml"/><Relationship Id="rId2" Type="http://schemas.openxmlformats.org/officeDocument/2006/relationships/image" Target="../media/image20.png"/><Relationship Id="rId1"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1230176"/>
            <a:ext cx="4914900" cy="1097235"/>
          </a:xfrm>
          <a:prstGeom prst="rect">
            <a:avLst/>
          </a:prstGeom>
          <a:noFill/>
        </p:spPr>
        <p:txBody>
          <a:bodyPr wrap="square" lIns="0" tIns="0" rIns="0" bIns="0" rtlCol="0" anchor="t">
            <a:spAutoFit/>
          </a:bodyPr>
          <a:lstStyle/>
          <a:p>
            <a:pPr marL="0" indent="0" algn="l">
              <a:lnSpc>
                <a:spcPts val="4300"/>
              </a:lnSpc>
              <a:buNone/>
            </a:pPr>
            <a:r>
              <a:rPr lang="en-US" sz="3295" b="1" dirty="0">
                <a:solidFill>
                  <a:srgbClr val="0F172A"/>
                </a:solidFill>
                <a:latin typeface="DM Sans" pitchFamily="34" charset="0"/>
                <a:ea typeface="DM Sans" pitchFamily="34" charset="-122"/>
                <a:cs typeface="DM Sans" pitchFamily="34" charset="-120"/>
              </a:rPr>
              <a:t>视网膜光凝手术
智能教学游戏系统</a:t>
            </a:r>
            <a:endParaRPr lang="en-US" sz="3295" dirty="0"/>
          </a:p>
        </p:txBody>
      </p:sp>
      <p:sp>
        <p:nvSpPr>
          <p:cNvPr id="4" name="Text 1"/>
          <p:cNvSpPr/>
          <p:nvPr/>
        </p:nvSpPr>
        <p:spPr>
          <a:xfrm>
            <a:off x="571500" y="2498861"/>
            <a:ext cx="3004820" cy="563880"/>
          </a:xfrm>
          <a:prstGeom prst="rect">
            <a:avLst/>
          </a:prstGeom>
          <a:noFill/>
        </p:spPr>
        <p:txBody>
          <a:bodyPr wrap="none" lIns="0" tIns="0" rIns="0" bIns="0" rtlCol="0" anchor="t">
            <a:spAutoFit/>
          </a:bodyPr>
          <a:lstStyle/>
          <a:p>
            <a:pPr marL="0" indent="0" algn="l">
              <a:lnSpc>
                <a:spcPts val="2200"/>
              </a:lnSpc>
              <a:buNone/>
            </a:pPr>
            <a:r>
              <a:rPr lang="en-US" altLang="zh-CN" sz="1600" b="1" dirty="0">
                <a:solidFill>
                  <a:srgbClr val="3B82F6"/>
                </a:solidFill>
                <a:latin typeface="DM Sans" pitchFamily="34" charset="0"/>
              </a:rPr>
              <a:t>2026</a:t>
            </a:r>
            <a:r>
              <a:rPr lang="zh-CN" altLang="en-US" sz="1600" b="1" dirty="0">
                <a:solidFill>
                  <a:srgbClr val="3B82F6"/>
                </a:solidFill>
                <a:latin typeface="DM Sans" pitchFamily="34" charset="0"/>
              </a:rPr>
              <a:t>春 多媒体信息处理课程项目</a:t>
            </a:r>
            <a:endParaRPr lang="en-US" altLang="zh-CN" sz="1600" b="1" dirty="0">
              <a:solidFill>
                <a:srgbClr val="3B82F6"/>
              </a:solidFill>
              <a:latin typeface="DM Sans" pitchFamily="34" charset="0"/>
            </a:endParaRPr>
          </a:p>
          <a:p>
            <a:pPr marL="0" indent="0" algn="l">
              <a:lnSpc>
                <a:spcPts val="2200"/>
              </a:lnSpc>
              <a:buNone/>
            </a:pPr>
            <a:r>
              <a:rPr lang="zh-CN" altLang="en-US" sz="1600" b="1" dirty="0">
                <a:solidFill>
                  <a:srgbClr val="3B82F6"/>
                </a:solidFill>
                <a:latin typeface="DM Sans" pitchFamily="34" charset="0"/>
              </a:rPr>
              <a:t>评分系统介绍</a:t>
            </a:r>
            <a:endParaRPr lang="zh-CN" altLang="en-US" sz="1600" dirty="0"/>
          </a:p>
        </p:txBody>
      </p:sp>
      <p:sp>
        <p:nvSpPr>
          <p:cNvPr id="9" name="Shape 4"/>
          <p:cNvSpPr/>
          <p:nvPr/>
        </p:nvSpPr>
        <p:spPr>
          <a:xfrm>
            <a:off x="5486400" y="0"/>
            <a:ext cx="3657600" cy="5143500"/>
          </a:xfrm>
          <a:prstGeom prst="rect">
            <a:avLst/>
          </a:prstGeom>
          <a:solidFill>
            <a:srgbClr val="334155"/>
          </a:solidFill>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1747"/>
    </mc:Choice>
    <mc:Fallback>
      <p:transition spd="slow" advTm="1747"/>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rcRect l="2318" r="3610"/>
          <a:stretch>
            <a:fillRect/>
          </a:stretch>
        </p:blipFill>
        <p:spPr>
          <a:xfrm>
            <a:off x="4191000" y="1149350"/>
            <a:ext cx="4928870" cy="3648710"/>
          </a:xfrm>
          <a:prstGeom prst="rect">
            <a:avLst/>
          </a:prstGeom>
        </p:spPr>
      </p:pic>
      <p:sp>
        <p:nvSpPr>
          <p:cNvPr id="70" name="Shape 24"/>
          <p:cNvSpPr/>
          <p:nvPr/>
        </p:nvSpPr>
        <p:spPr>
          <a:xfrm>
            <a:off x="285750" y="786765"/>
            <a:ext cx="3914775" cy="4257675"/>
          </a:xfrm>
          <a:custGeom>
            <a:avLst/>
            <a:gdLst/>
            <a:ahLst/>
            <a:cxnLst/>
            <a:rect l="l" t="t" r="r" b="b"/>
            <a:pathLst>
              <a:path w="5600700" h="5257800">
                <a:moveTo>
                  <a:pt x="76186" y="0"/>
                </a:moveTo>
                <a:lnTo>
                  <a:pt x="5524514" y="0"/>
                </a:lnTo>
                <a:cubicBezTo>
                  <a:pt x="5566591" y="0"/>
                  <a:pt x="5600700" y="34109"/>
                  <a:pt x="5600700" y="76186"/>
                </a:cubicBezTo>
                <a:lnTo>
                  <a:pt x="5600700" y="5181614"/>
                </a:lnTo>
                <a:cubicBezTo>
                  <a:pt x="5600700" y="5223691"/>
                  <a:pt x="5566591" y="5257800"/>
                  <a:pt x="5524514" y="5257800"/>
                </a:cubicBezTo>
                <a:lnTo>
                  <a:pt x="76186" y="5257800"/>
                </a:lnTo>
                <a:cubicBezTo>
                  <a:pt x="34109" y="5257800"/>
                  <a:pt x="0" y="5223691"/>
                  <a:pt x="0" y="5181614"/>
                </a:cubicBezTo>
                <a:lnTo>
                  <a:pt x="0" y="76186"/>
                </a:lnTo>
                <a:cubicBezTo>
                  <a:pt x="0" y="34138"/>
                  <a:pt x="34138" y="0"/>
                  <a:pt x="76186" y="0"/>
                </a:cubicBezTo>
                <a:close/>
              </a:path>
            </a:pathLst>
          </a:custGeom>
          <a:solidFill>
            <a:srgbClr val="FFFFFF"/>
          </a:solidFill>
          <a:effectLst>
            <a:outerShdw blurRad="142875" dist="95250" dir="5400000" algn="bl" rotWithShape="0">
              <a:srgbClr val="000000">
                <a:alpha val="10196"/>
              </a:srgbClr>
            </a:outerShdw>
          </a:effectLst>
        </p:spPr>
        <p:txBody>
          <a:bodyPr/>
          <a:lstStyle/>
          <a:p>
            <a:pPr defTabSz="685800">
              <a:defRPr/>
            </a:pPr>
            <a:endParaRPr lang="zh-CN" altLang="en-US" sz="1350">
              <a:solidFill>
                <a:srgbClr val="000000"/>
              </a:solidFill>
              <a:latin typeface="Calibri"/>
              <a:ea typeface="等线" panose="02010600030101010101" pitchFamily="2" charset="-122"/>
            </a:endParaRPr>
          </a:p>
        </p:txBody>
      </p:sp>
      <p:sp>
        <p:nvSpPr>
          <p:cNvPr id="68" name="Shape 21"/>
          <p:cNvSpPr/>
          <p:nvPr/>
        </p:nvSpPr>
        <p:spPr>
          <a:xfrm>
            <a:off x="285750" y="398237"/>
            <a:ext cx="57150" cy="228600"/>
          </a:xfrm>
          <a:custGeom>
            <a:avLst/>
            <a:gdLst/>
            <a:ahLst/>
            <a:cxnLst/>
            <a:rect l="l" t="t" r="r" b="b"/>
            <a:pathLst>
              <a:path w="76200" h="304800">
                <a:moveTo>
                  <a:pt x="0" y="0"/>
                </a:moveTo>
                <a:lnTo>
                  <a:pt x="76200" y="0"/>
                </a:lnTo>
                <a:lnTo>
                  <a:pt x="76200" y="304800"/>
                </a:lnTo>
                <a:lnTo>
                  <a:pt x="0" y="304800"/>
                </a:lnTo>
                <a:lnTo>
                  <a:pt x="0" y="0"/>
                </a:lnTo>
                <a:close/>
              </a:path>
            </a:pathLst>
          </a:custGeom>
          <a:solidFill>
            <a:srgbClr val="2C3E50"/>
          </a:solidFill>
        </p:spPr>
        <p:txBody>
          <a:bodyPr/>
          <a:lstStyle/>
          <a:p>
            <a:pPr defTabSz="685800">
              <a:defRPr/>
            </a:pPr>
            <a:endParaRPr lang="zh-CN" altLang="en-US" sz="1350">
              <a:solidFill>
                <a:srgbClr val="000000"/>
              </a:solidFill>
              <a:latin typeface="Calibri"/>
              <a:ea typeface="等线" panose="02010600030101010101" pitchFamily="2" charset="-122"/>
            </a:endParaRPr>
          </a:p>
        </p:txBody>
      </p:sp>
      <p:sp>
        <p:nvSpPr>
          <p:cNvPr id="69" name="Text 22"/>
          <p:cNvSpPr/>
          <p:nvPr/>
        </p:nvSpPr>
        <p:spPr>
          <a:xfrm>
            <a:off x="428625" y="398237"/>
            <a:ext cx="3914775" cy="285750"/>
          </a:xfrm>
          <a:prstGeom prst="rect">
            <a:avLst/>
          </a:prstGeom>
          <a:noFill/>
        </p:spPr>
        <p:txBody>
          <a:bodyPr wrap="square" lIns="0" tIns="0" rIns="0" bIns="0" rtlCol="0" anchor="ctr"/>
          <a:lstStyle/>
          <a:p>
            <a:pPr defTabSz="685800">
              <a:lnSpc>
                <a:spcPct val="90000"/>
              </a:lnSpc>
              <a:defRPr/>
            </a:pPr>
            <a:r>
              <a:rPr lang="zh-CN" altLang="en-US" sz="2025" b="1" dirty="0">
                <a:solidFill>
                  <a:srgbClr val="2C3E50"/>
                </a:solidFill>
                <a:latin typeface="MiSans" pitchFamily="34" charset="-122"/>
                <a:ea typeface="MiSans" pitchFamily="34" charset="-122"/>
                <a:cs typeface="MiSans" pitchFamily="34" charset="-120"/>
              </a:rPr>
              <a:t>四层智能教学系统架构</a:t>
            </a:r>
            <a:endParaRPr lang="en-US" sz="1200" dirty="0">
              <a:solidFill>
                <a:srgbClr val="000000"/>
              </a:solidFill>
              <a:latin typeface="Calibri"/>
            </a:endParaRPr>
          </a:p>
        </p:txBody>
      </p:sp>
      <p:sp>
        <p:nvSpPr>
          <p:cNvPr id="72" name="Text 29"/>
          <p:cNvSpPr/>
          <p:nvPr/>
        </p:nvSpPr>
        <p:spPr>
          <a:xfrm>
            <a:off x="357761" y="788690"/>
            <a:ext cx="4276545" cy="360855"/>
          </a:xfrm>
          <a:prstGeom prst="rect">
            <a:avLst/>
          </a:prstGeom>
          <a:noFill/>
        </p:spPr>
        <p:txBody>
          <a:bodyPr wrap="square" lIns="0" tIns="0" rIns="0" bIns="0" rtlCol="0" anchor="ctr"/>
          <a:lstStyle/>
          <a:p>
            <a:pPr lvl="0">
              <a:lnSpc>
                <a:spcPct val="130000"/>
              </a:lnSpc>
            </a:pPr>
            <a:r>
              <a:rPr lang="zh-CN" altLang="en-US" sz="1050" b="1" dirty="0">
                <a:solidFill>
                  <a:srgbClr val="5D6D7E"/>
                </a:solidFill>
                <a:latin typeface="MiSans" pitchFamily="34" charset="-122"/>
                <a:ea typeface="MiSans" pitchFamily="34" charset="-122"/>
                <a:cs typeface="MiSans" pitchFamily="34" charset="-120"/>
              </a:rPr>
              <a:t>题库层、关卡生成层、手术仿真层、教学复盘层。</a:t>
            </a:r>
            <a:endParaRPr lang="zh-CN" altLang="en-US" sz="1050" b="1" dirty="0">
              <a:solidFill>
                <a:srgbClr val="5D6D7E"/>
              </a:solidFill>
              <a:latin typeface="MiSans" pitchFamily="34" charset="-122"/>
              <a:ea typeface="MiSans" pitchFamily="34" charset="-122"/>
              <a:cs typeface="MiSans" pitchFamily="34" charset="-120"/>
            </a:endParaRPr>
          </a:p>
        </p:txBody>
      </p:sp>
      <p:sp>
        <p:nvSpPr>
          <p:cNvPr id="4" name="Text 0"/>
          <p:cNvSpPr/>
          <p:nvPr/>
        </p:nvSpPr>
        <p:spPr>
          <a:xfrm>
            <a:off x="285750" y="98988"/>
            <a:ext cx="763612" cy="299249"/>
          </a:xfrm>
          <a:prstGeom prst="rect">
            <a:avLst/>
          </a:prstGeom>
          <a:noFill/>
        </p:spPr>
        <p:txBody>
          <a:bodyPr wrap="square" lIns="0" tIns="0" rIns="0" bIns="0" rtlCol="0" anchor="t">
            <a:spAutoFit/>
          </a:bodyPr>
          <a:lstStyle/>
          <a:p>
            <a:pPr marL="0" indent="0" algn="l">
              <a:lnSpc>
                <a:spcPts val="1200"/>
              </a:lnSpc>
              <a:buNone/>
            </a:pPr>
            <a:r>
              <a:rPr lang="zh-CN" altLang="en-US" sz="885" b="1" kern="0" spc="2" dirty="0">
                <a:solidFill>
                  <a:srgbClr val="3B82F6"/>
                </a:solidFill>
                <a:latin typeface="DM Sans" pitchFamily="34" charset="0"/>
                <a:ea typeface="DM Sans" pitchFamily="34" charset="-122"/>
                <a:cs typeface="DM Sans" pitchFamily="34" charset="-120"/>
              </a:rPr>
              <a:t>评分系统介绍</a:t>
            </a:r>
            <a:endParaRPr lang="zh-CN" altLang="en-US" sz="885" b="1" kern="0" spc="2" dirty="0">
              <a:solidFill>
                <a:srgbClr val="3B82F6"/>
              </a:solidFill>
              <a:latin typeface="DM Sans" pitchFamily="34" charset="0"/>
              <a:ea typeface="DM Sans" pitchFamily="34" charset="-122"/>
              <a:cs typeface="DM Sans" pitchFamily="34" charset="-120"/>
            </a:endParaRPr>
          </a:p>
          <a:p>
            <a:pPr marL="0" indent="0" algn="l">
              <a:lnSpc>
                <a:spcPts val="1200"/>
              </a:lnSpc>
              <a:buNone/>
            </a:pPr>
            <a:endParaRPr lang="en-US" sz="885" dirty="0"/>
          </a:p>
        </p:txBody>
      </p:sp>
      <p:pic>
        <p:nvPicPr>
          <p:cNvPr id="11" name="图片 10"/>
          <p:cNvPicPr>
            <a:picLocks noChangeAspect="1"/>
          </p:cNvPicPr>
          <p:nvPr/>
        </p:nvPicPr>
        <p:blipFill>
          <a:blip r:embed="rId2"/>
          <a:stretch>
            <a:fillRect/>
          </a:stretch>
        </p:blipFill>
        <p:spPr>
          <a:xfrm>
            <a:off x="314325" y="1072587"/>
            <a:ext cx="3876495" cy="3915951"/>
          </a:xfrm>
          <a:prstGeom prst="rect">
            <a:avLst/>
          </a:prstGeom>
        </p:spPr>
      </p:pic>
      <p:sp>
        <p:nvSpPr>
          <p:cNvPr id="3" name="Shape 0"/>
          <p:cNvSpPr/>
          <p:nvPr/>
        </p:nvSpPr>
        <p:spPr>
          <a:xfrm>
            <a:off x="4286250" y="426720"/>
            <a:ext cx="57150" cy="228600"/>
          </a:xfrm>
          <a:custGeom>
            <a:avLst/>
            <a:gdLst/>
            <a:ahLst/>
            <a:cxnLst/>
            <a:rect l="l" t="t" r="r" b="b"/>
            <a:pathLst>
              <a:path w="76200" h="304800">
                <a:moveTo>
                  <a:pt x="0" y="0"/>
                </a:moveTo>
                <a:lnTo>
                  <a:pt x="76200" y="0"/>
                </a:lnTo>
                <a:lnTo>
                  <a:pt x="76200" y="304800"/>
                </a:lnTo>
                <a:lnTo>
                  <a:pt x="0" y="304800"/>
                </a:lnTo>
                <a:lnTo>
                  <a:pt x="0" y="0"/>
                </a:lnTo>
                <a:close/>
              </a:path>
            </a:pathLst>
          </a:custGeom>
          <a:solidFill>
            <a:srgbClr val="1ABC9C"/>
          </a:solidFill>
        </p:spPr>
        <p:txBody>
          <a:bodyPr/>
          <a:lstStyle/>
          <a:p>
            <a:endParaRPr lang="zh-CN" altLang="en-US" sz="1350"/>
          </a:p>
        </p:txBody>
      </p:sp>
      <p:sp>
        <p:nvSpPr>
          <p:cNvPr id="5" name="Text 1"/>
          <p:cNvSpPr/>
          <p:nvPr/>
        </p:nvSpPr>
        <p:spPr>
          <a:xfrm>
            <a:off x="4429125" y="350520"/>
            <a:ext cx="2591435" cy="438785"/>
          </a:xfrm>
          <a:prstGeom prst="rect">
            <a:avLst/>
          </a:prstGeom>
          <a:noFill/>
        </p:spPr>
        <p:txBody>
          <a:bodyPr wrap="square" lIns="0" tIns="0" rIns="0" bIns="0" rtlCol="0" anchor="ctr"/>
          <a:lstStyle/>
          <a:p>
            <a:pPr>
              <a:lnSpc>
                <a:spcPct val="90000"/>
              </a:lnSpc>
            </a:pPr>
            <a:r>
              <a:rPr lang="zh-CN" altLang="en-US" sz="2025" b="1" dirty="0">
                <a:solidFill>
                  <a:srgbClr val="2C3E50"/>
                </a:solidFill>
                <a:latin typeface="MiSans" pitchFamily="34" charset="-122"/>
                <a:ea typeface="MiSans" pitchFamily="34" charset="-122"/>
                <a:cs typeface="MiSans" pitchFamily="34" charset="-120"/>
              </a:rPr>
              <a:t>教学复盘层评分</a:t>
            </a:r>
            <a:r>
              <a:rPr lang="zh-CN" altLang="en-US" sz="2025" b="1" dirty="0">
                <a:solidFill>
                  <a:srgbClr val="2C3E50"/>
                </a:solidFill>
                <a:latin typeface="MiSans" pitchFamily="34" charset="-122"/>
                <a:ea typeface="MiSans" pitchFamily="34" charset="-122"/>
                <a:cs typeface="MiSans" pitchFamily="34" charset="-120"/>
              </a:rPr>
              <a:t>结构图</a:t>
            </a:r>
            <a:endParaRPr lang="zh-CN" altLang="en-US" sz="2025" b="1" dirty="0">
              <a:solidFill>
                <a:srgbClr val="2C3E50"/>
              </a:solidFill>
              <a:latin typeface="MiSans" pitchFamily="34" charset="-122"/>
              <a:ea typeface="MiSans" pitchFamily="34" charset="-122"/>
              <a:cs typeface="MiSans" pitchFamily="34" charset="-120"/>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85750" y="314325"/>
            <a:ext cx="57150" cy="228600"/>
          </a:xfrm>
          <a:custGeom>
            <a:avLst/>
            <a:gdLst/>
            <a:ahLst/>
            <a:cxnLst/>
            <a:rect l="l" t="t" r="r" b="b"/>
            <a:pathLst>
              <a:path w="76200" h="304800">
                <a:moveTo>
                  <a:pt x="0" y="0"/>
                </a:moveTo>
                <a:lnTo>
                  <a:pt x="76200" y="0"/>
                </a:lnTo>
                <a:lnTo>
                  <a:pt x="76200" y="304800"/>
                </a:lnTo>
                <a:lnTo>
                  <a:pt x="0" y="304800"/>
                </a:lnTo>
                <a:lnTo>
                  <a:pt x="0" y="0"/>
                </a:lnTo>
                <a:close/>
              </a:path>
            </a:pathLst>
          </a:custGeom>
          <a:solidFill>
            <a:srgbClr val="1ABC9C"/>
          </a:solidFill>
        </p:spPr>
        <p:txBody>
          <a:bodyPr/>
          <a:lstStyle/>
          <a:p>
            <a:pPr defTabSz="685800">
              <a:defRPr/>
            </a:pPr>
            <a:endParaRPr lang="zh-CN" altLang="en-US" sz="1350">
              <a:solidFill>
                <a:srgbClr val="000000"/>
              </a:solidFill>
              <a:latin typeface="Calibri"/>
              <a:ea typeface="等线" panose="02010600030101010101" pitchFamily="2" charset="-122"/>
            </a:endParaRPr>
          </a:p>
        </p:txBody>
      </p:sp>
      <p:sp>
        <p:nvSpPr>
          <p:cNvPr id="3" name="Text 1"/>
          <p:cNvSpPr/>
          <p:nvPr/>
        </p:nvSpPr>
        <p:spPr>
          <a:xfrm>
            <a:off x="428625" y="314325"/>
            <a:ext cx="3576320" cy="339725"/>
          </a:xfrm>
          <a:prstGeom prst="rect">
            <a:avLst/>
          </a:prstGeom>
          <a:noFill/>
        </p:spPr>
        <p:txBody>
          <a:bodyPr wrap="square" lIns="0" tIns="0" rIns="0" bIns="0" rtlCol="0" anchor="ctr" anchorCtr="0"/>
          <a:lstStyle/>
          <a:p>
            <a:pPr defTabSz="685800">
              <a:lnSpc>
                <a:spcPct val="90000"/>
              </a:lnSpc>
              <a:defRPr/>
            </a:pPr>
            <a:r>
              <a:rPr lang="zh-CN" altLang="en-US" sz="2025" b="1" dirty="0">
                <a:solidFill>
                  <a:srgbClr val="2C3E50"/>
                </a:solidFill>
                <a:latin typeface="MiSans" pitchFamily="34" charset="-122"/>
                <a:ea typeface="MiSans" pitchFamily="34" charset="-122"/>
                <a:cs typeface="MiSans" pitchFamily="34" charset="-120"/>
              </a:rPr>
              <a:t>数据</a:t>
            </a:r>
            <a:r>
              <a:rPr lang="zh-CN" altLang="en-US" sz="2025" b="1" dirty="0">
                <a:solidFill>
                  <a:srgbClr val="2C3E50"/>
                </a:solidFill>
                <a:latin typeface="MiSans" pitchFamily="34" charset="-122"/>
                <a:ea typeface="MiSans" pitchFamily="34" charset="-122"/>
                <a:cs typeface="MiSans" pitchFamily="34" charset="-120"/>
              </a:rPr>
              <a:t>预处理</a:t>
            </a:r>
            <a:endParaRPr lang="zh-CN" altLang="en-US" sz="2025" b="1" dirty="0">
              <a:solidFill>
                <a:srgbClr val="2C3E50"/>
              </a:solidFill>
              <a:latin typeface="MiSans" pitchFamily="34" charset="-122"/>
              <a:ea typeface="MiSans" pitchFamily="34" charset="-122"/>
              <a:cs typeface="MiSans" pitchFamily="34" charset="-120"/>
            </a:endParaRPr>
          </a:p>
        </p:txBody>
      </p:sp>
      <p:sp>
        <p:nvSpPr>
          <p:cNvPr id="4" name="Text 0"/>
          <p:cNvSpPr/>
          <p:nvPr/>
        </p:nvSpPr>
        <p:spPr>
          <a:xfrm>
            <a:off x="285750" y="98988"/>
            <a:ext cx="681990" cy="153670"/>
          </a:xfrm>
          <a:prstGeom prst="rect">
            <a:avLst/>
          </a:prstGeom>
          <a:noFill/>
        </p:spPr>
        <p:txBody>
          <a:bodyPr wrap="none" lIns="0" tIns="0" rIns="0" bIns="0" rtlCol="0" anchor="t">
            <a:spAutoFit/>
          </a:bodyPr>
          <a:lstStyle/>
          <a:p>
            <a:pPr marL="0" indent="0" algn="l">
              <a:lnSpc>
                <a:spcPts val="1200"/>
              </a:lnSpc>
              <a:buNone/>
            </a:pPr>
            <a:r>
              <a:rPr lang="zh-CN" altLang="en-US" sz="885" b="1" kern="0" spc="2" dirty="0">
                <a:solidFill>
                  <a:srgbClr val="3B82F6"/>
                </a:solidFill>
                <a:latin typeface="DM Sans" pitchFamily="34" charset="0"/>
                <a:ea typeface="DM Sans" pitchFamily="34" charset="-122"/>
                <a:cs typeface="DM Sans" pitchFamily="34" charset="-120"/>
                <a:sym typeface="+mn-ea"/>
              </a:rPr>
              <a:t>评分系统介绍</a:t>
            </a:r>
            <a:endParaRPr lang="en-US" sz="885" dirty="0"/>
          </a:p>
        </p:txBody>
      </p:sp>
      <p:sp>
        <p:nvSpPr>
          <p:cNvPr id="11" name="Text 55"/>
          <p:cNvSpPr/>
          <p:nvPr/>
        </p:nvSpPr>
        <p:spPr>
          <a:xfrm>
            <a:off x="807670" y="894160"/>
            <a:ext cx="2130297" cy="212322"/>
          </a:xfrm>
          <a:prstGeom prst="rect">
            <a:avLst/>
          </a:prstGeom>
          <a:noFill/>
        </p:spPr>
        <p:txBody>
          <a:bodyPr wrap="square" lIns="0" tIns="0" rIns="0" bIns="0" rtlCol="0" anchor="ctr"/>
          <a:lstStyle/>
          <a:p>
            <a:pPr>
              <a:lnSpc>
                <a:spcPct val="120000"/>
              </a:lnSpc>
            </a:pPr>
            <a:r>
              <a:rPr lang="zh-CN" altLang="en-US" sz="1115" b="1" dirty="0">
                <a:solidFill>
                  <a:srgbClr val="2C3E50"/>
                </a:solidFill>
                <a:latin typeface="MiSans" pitchFamily="34" charset="-122"/>
                <a:ea typeface="MiSans" pitchFamily="34" charset="-122"/>
                <a:cs typeface="MiSans" pitchFamily="34" charset="-120"/>
              </a:rPr>
              <a:t>题库</a:t>
            </a:r>
            <a:r>
              <a:rPr lang="zh-CN" altLang="en-US" sz="1115" b="1" dirty="0">
                <a:solidFill>
                  <a:srgbClr val="2C3E50"/>
                </a:solidFill>
                <a:latin typeface="MiSans" pitchFamily="34" charset="-122"/>
                <a:ea typeface="MiSans" pitchFamily="34" charset="-122"/>
                <a:cs typeface="MiSans" pitchFamily="34" charset="-120"/>
              </a:rPr>
              <a:t>样本数据</a:t>
            </a:r>
            <a:endParaRPr lang="zh-CN" altLang="en-US" sz="1115" b="1" dirty="0">
              <a:solidFill>
                <a:srgbClr val="2C3E50"/>
              </a:solidFill>
              <a:latin typeface="MiSans" pitchFamily="34" charset="-122"/>
              <a:ea typeface="MiSans" pitchFamily="34" charset="-122"/>
              <a:cs typeface="MiSans" pitchFamily="34" charset="-120"/>
            </a:endParaRPr>
          </a:p>
        </p:txBody>
      </p:sp>
      <p:grpSp>
        <p:nvGrpSpPr>
          <p:cNvPr id="15" name="组合 14"/>
          <p:cNvGrpSpPr/>
          <p:nvPr/>
        </p:nvGrpSpPr>
        <p:grpSpPr>
          <a:xfrm>
            <a:off x="403441" y="688976"/>
            <a:ext cx="4880610" cy="4349750"/>
            <a:chOff x="540" y="1105"/>
            <a:chExt cx="7686" cy="6850"/>
          </a:xfrm>
        </p:grpSpPr>
        <p:grpSp>
          <p:nvGrpSpPr>
            <p:cNvPr id="13" name="组合 12"/>
            <p:cNvGrpSpPr/>
            <p:nvPr/>
          </p:nvGrpSpPr>
          <p:grpSpPr>
            <a:xfrm>
              <a:off x="540" y="1105"/>
              <a:ext cx="7686" cy="6850"/>
              <a:chOff x="540" y="1105"/>
              <a:chExt cx="7686" cy="6850"/>
            </a:xfrm>
          </p:grpSpPr>
          <p:grpSp>
            <p:nvGrpSpPr>
              <p:cNvPr id="5" name="组合 4"/>
              <p:cNvGrpSpPr/>
              <p:nvPr/>
            </p:nvGrpSpPr>
            <p:grpSpPr>
              <a:xfrm>
                <a:off x="540" y="1105"/>
                <a:ext cx="7686" cy="6850"/>
                <a:chOff x="876603" y="1358993"/>
                <a:chExt cx="6507480" cy="5799666"/>
              </a:xfrm>
            </p:grpSpPr>
            <p:sp>
              <p:nvSpPr>
                <p:cNvPr id="6" name="Shape 51"/>
                <p:cNvSpPr/>
                <p:nvPr/>
              </p:nvSpPr>
              <p:spPr>
                <a:xfrm>
                  <a:off x="876603" y="1358993"/>
                  <a:ext cx="6507480" cy="5799666"/>
                </a:xfrm>
                <a:custGeom>
                  <a:avLst/>
                  <a:gdLst/>
                  <a:ahLst/>
                  <a:cxnLst/>
                  <a:rect l="l" t="t" r="r" b="b"/>
                  <a:pathLst>
                    <a:path w="3708557" h="3633065">
                      <a:moveTo>
                        <a:pt x="37746" y="0"/>
                      </a:moveTo>
                      <a:lnTo>
                        <a:pt x="3670811" y="0"/>
                      </a:lnTo>
                      <a:cubicBezTo>
                        <a:pt x="3691658" y="0"/>
                        <a:pt x="3708557" y="16900"/>
                        <a:pt x="3708557" y="37746"/>
                      </a:cubicBezTo>
                      <a:lnTo>
                        <a:pt x="3708557" y="3557570"/>
                      </a:lnTo>
                      <a:cubicBezTo>
                        <a:pt x="3708557" y="3599265"/>
                        <a:pt x="3674757" y="3633065"/>
                        <a:pt x="3633062" y="3633065"/>
                      </a:cubicBezTo>
                      <a:lnTo>
                        <a:pt x="75495" y="3633065"/>
                      </a:lnTo>
                      <a:cubicBezTo>
                        <a:pt x="33800" y="3633065"/>
                        <a:pt x="0" y="3599265"/>
                        <a:pt x="0" y="3557570"/>
                      </a:cubicBezTo>
                      <a:lnTo>
                        <a:pt x="0" y="37746"/>
                      </a:lnTo>
                      <a:cubicBezTo>
                        <a:pt x="0" y="16913"/>
                        <a:pt x="16913" y="0"/>
                        <a:pt x="37746" y="0"/>
                      </a:cubicBezTo>
                      <a:close/>
                    </a:path>
                  </a:pathLst>
                </a:custGeom>
                <a:solidFill>
                  <a:srgbClr val="FFFFFF"/>
                </a:solidFill>
                <a:effectLst>
                  <a:outerShdw blurRad="141548" dist="94365" dir="5400000" algn="bl" rotWithShape="0">
                    <a:srgbClr val="000000">
                      <a:alpha val="10196"/>
                    </a:srgbClr>
                  </a:outerShdw>
                </a:effectLst>
              </p:spPr>
              <p:txBody>
                <a:bodyPr/>
                <a:lstStyle/>
                <a:p>
                  <a:endParaRPr lang="zh-CN" altLang="en-US" sz="1350"/>
                </a:p>
              </p:txBody>
            </p:sp>
            <p:sp>
              <p:nvSpPr>
                <p:cNvPr id="8" name="Shape 53"/>
                <p:cNvSpPr/>
                <p:nvPr/>
              </p:nvSpPr>
              <p:spPr>
                <a:xfrm>
                  <a:off x="1027310" y="1359840"/>
                  <a:ext cx="452967" cy="452967"/>
                </a:xfrm>
                <a:custGeom>
                  <a:avLst/>
                  <a:gdLst/>
                  <a:ahLst/>
                  <a:cxnLst/>
                  <a:rect l="l" t="t" r="r" b="b"/>
                  <a:pathLst>
                    <a:path w="452954" h="452954">
                      <a:moveTo>
                        <a:pt x="226477" y="0"/>
                      </a:moveTo>
                      <a:lnTo>
                        <a:pt x="226477" y="0"/>
                      </a:lnTo>
                      <a:cubicBezTo>
                        <a:pt x="351473" y="0"/>
                        <a:pt x="452954" y="101481"/>
                        <a:pt x="452954" y="226477"/>
                      </a:cubicBezTo>
                      <a:lnTo>
                        <a:pt x="452954" y="226477"/>
                      </a:lnTo>
                      <a:cubicBezTo>
                        <a:pt x="452954" y="351473"/>
                        <a:pt x="351473" y="452954"/>
                        <a:pt x="226477" y="452954"/>
                      </a:cubicBezTo>
                      <a:lnTo>
                        <a:pt x="226477" y="452954"/>
                      </a:lnTo>
                      <a:cubicBezTo>
                        <a:pt x="101481" y="452954"/>
                        <a:pt x="0" y="351473"/>
                        <a:pt x="0" y="226477"/>
                      </a:cubicBezTo>
                      <a:lnTo>
                        <a:pt x="0" y="226477"/>
                      </a:lnTo>
                      <a:cubicBezTo>
                        <a:pt x="0" y="101481"/>
                        <a:pt x="101481" y="0"/>
                        <a:pt x="226477" y="0"/>
                      </a:cubicBezTo>
                      <a:close/>
                    </a:path>
                  </a:pathLst>
                </a:custGeom>
                <a:solidFill>
                  <a:srgbClr val="5D6D7E"/>
                </a:solidFill>
              </p:spPr>
              <p:txBody>
                <a:bodyPr/>
                <a:lstStyle/>
                <a:p>
                  <a:endParaRPr lang="zh-CN" altLang="en-US" sz="1350" dirty="0"/>
                </a:p>
              </p:txBody>
            </p:sp>
            <p:sp>
              <p:nvSpPr>
                <p:cNvPr id="9" name="Shape 54"/>
                <p:cNvSpPr/>
                <p:nvPr/>
              </p:nvSpPr>
              <p:spPr>
                <a:xfrm>
                  <a:off x="1159699" y="1491630"/>
                  <a:ext cx="188731" cy="188731"/>
                </a:xfrm>
                <a:custGeom>
                  <a:avLst/>
                  <a:gdLst/>
                  <a:ahLst/>
                  <a:cxnLst/>
                  <a:rect l="l" t="t" r="r" b="b"/>
                  <a:pathLst>
                    <a:path w="188731" h="188731">
                      <a:moveTo>
                        <a:pt x="85703" y="1917"/>
                      </a:moveTo>
                      <a:cubicBezTo>
                        <a:pt x="91195" y="-627"/>
                        <a:pt x="97535" y="-627"/>
                        <a:pt x="103028" y="1917"/>
                      </a:cubicBezTo>
                      <a:lnTo>
                        <a:pt x="183607" y="39147"/>
                      </a:lnTo>
                      <a:cubicBezTo>
                        <a:pt x="186740" y="40584"/>
                        <a:pt x="188731" y="43718"/>
                        <a:pt x="188731" y="47183"/>
                      </a:cubicBezTo>
                      <a:cubicBezTo>
                        <a:pt x="188731" y="50648"/>
                        <a:pt x="186740" y="53781"/>
                        <a:pt x="183607" y="55218"/>
                      </a:cubicBezTo>
                      <a:lnTo>
                        <a:pt x="103028" y="92449"/>
                      </a:lnTo>
                      <a:cubicBezTo>
                        <a:pt x="97535" y="94992"/>
                        <a:pt x="91195" y="94992"/>
                        <a:pt x="85703" y="92449"/>
                      </a:cubicBezTo>
                      <a:lnTo>
                        <a:pt x="5124" y="55218"/>
                      </a:lnTo>
                      <a:cubicBezTo>
                        <a:pt x="1991" y="53744"/>
                        <a:pt x="0" y="50611"/>
                        <a:pt x="0" y="47183"/>
                      </a:cubicBezTo>
                      <a:cubicBezTo>
                        <a:pt x="0" y="43755"/>
                        <a:pt x="1991" y="40584"/>
                        <a:pt x="5124" y="39147"/>
                      </a:cubicBezTo>
                      <a:lnTo>
                        <a:pt x="85703" y="1917"/>
                      </a:lnTo>
                      <a:close/>
                      <a:moveTo>
                        <a:pt x="17730" y="80505"/>
                      </a:moveTo>
                      <a:lnTo>
                        <a:pt x="78294" y="108483"/>
                      </a:lnTo>
                      <a:cubicBezTo>
                        <a:pt x="88504" y="113202"/>
                        <a:pt x="100263" y="113202"/>
                        <a:pt x="110474" y="108483"/>
                      </a:cubicBezTo>
                      <a:lnTo>
                        <a:pt x="171037" y="80505"/>
                      </a:lnTo>
                      <a:lnTo>
                        <a:pt x="183607" y="86330"/>
                      </a:lnTo>
                      <a:cubicBezTo>
                        <a:pt x="186740" y="87767"/>
                        <a:pt x="188731" y="90900"/>
                        <a:pt x="188731" y="94365"/>
                      </a:cubicBezTo>
                      <a:cubicBezTo>
                        <a:pt x="188731" y="97830"/>
                        <a:pt x="186740" y="100964"/>
                        <a:pt x="183607" y="102401"/>
                      </a:cubicBezTo>
                      <a:lnTo>
                        <a:pt x="103028" y="139631"/>
                      </a:lnTo>
                      <a:cubicBezTo>
                        <a:pt x="97535" y="142175"/>
                        <a:pt x="91195" y="142175"/>
                        <a:pt x="85703" y="139631"/>
                      </a:cubicBezTo>
                      <a:lnTo>
                        <a:pt x="5124" y="102401"/>
                      </a:lnTo>
                      <a:cubicBezTo>
                        <a:pt x="1991" y="100927"/>
                        <a:pt x="0" y="97793"/>
                        <a:pt x="0" y="94365"/>
                      </a:cubicBezTo>
                      <a:cubicBezTo>
                        <a:pt x="0" y="90937"/>
                        <a:pt x="1991" y="87767"/>
                        <a:pt x="5124" y="86330"/>
                      </a:cubicBezTo>
                      <a:lnTo>
                        <a:pt x="17693" y="80505"/>
                      </a:lnTo>
                      <a:close/>
                      <a:moveTo>
                        <a:pt x="5124" y="133512"/>
                      </a:moveTo>
                      <a:lnTo>
                        <a:pt x="17693" y="127688"/>
                      </a:lnTo>
                      <a:lnTo>
                        <a:pt x="78257" y="155666"/>
                      </a:lnTo>
                      <a:cubicBezTo>
                        <a:pt x="88467" y="160384"/>
                        <a:pt x="100226" y="160384"/>
                        <a:pt x="110437" y="155666"/>
                      </a:cubicBezTo>
                      <a:lnTo>
                        <a:pt x="171000" y="127688"/>
                      </a:lnTo>
                      <a:lnTo>
                        <a:pt x="183570" y="133512"/>
                      </a:lnTo>
                      <a:cubicBezTo>
                        <a:pt x="186703" y="134950"/>
                        <a:pt x="188694" y="138083"/>
                        <a:pt x="188694" y="141548"/>
                      </a:cubicBezTo>
                      <a:cubicBezTo>
                        <a:pt x="188694" y="145013"/>
                        <a:pt x="186703" y="148146"/>
                        <a:pt x="183570" y="149584"/>
                      </a:cubicBezTo>
                      <a:lnTo>
                        <a:pt x="102991" y="186814"/>
                      </a:lnTo>
                      <a:cubicBezTo>
                        <a:pt x="97499" y="189357"/>
                        <a:pt x="91158" y="189357"/>
                        <a:pt x="85666" y="186814"/>
                      </a:cubicBezTo>
                      <a:lnTo>
                        <a:pt x="5124" y="149584"/>
                      </a:lnTo>
                      <a:cubicBezTo>
                        <a:pt x="1991" y="148109"/>
                        <a:pt x="0" y="144976"/>
                        <a:pt x="0" y="141548"/>
                      </a:cubicBezTo>
                      <a:cubicBezTo>
                        <a:pt x="0" y="138120"/>
                        <a:pt x="1991" y="134950"/>
                        <a:pt x="5124" y="133512"/>
                      </a:cubicBezTo>
                      <a:close/>
                    </a:path>
                  </a:pathLst>
                </a:custGeom>
                <a:solidFill>
                  <a:srgbClr val="FFFFFF"/>
                </a:solidFill>
              </p:spPr>
              <p:txBody>
                <a:bodyPr/>
                <a:lstStyle/>
                <a:p>
                  <a:endParaRPr lang="zh-CN" altLang="en-US" sz="1350" dirty="0"/>
                </a:p>
              </p:txBody>
            </p:sp>
          </p:grpSp>
          <p:pic>
            <p:nvPicPr>
              <p:cNvPr id="12" name="图片 11"/>
              <p:cNvPicPr>
                <a:picLocks noChangeAspect="1"/>
              </p:cNvPicPr>
              <p:nvPr/>
            </p:nvPicPr>
            <p:blipFill>
              <a:blip r:embed="rId1"/>
              <a:srcRect b="4241"/>
              <a:stretch>
                <a:fillRect/>
              </a:stretch>
            </p:blipFill>
            <p:spPr>
              <a:xfrm>
                <a:off x="1177" y="1661"/>
                <a:ext cx="6581" cy="6140"/>
              </a:xfrm>
              <a:prstGeom prst="rect">
                <a:avLst/>
              </a:prstGeom>
            </p:spPr>
          </p:pic>
        </p:grpSp>
        <p:sp>
          <p:nvSpPr>
            <p:cNvPr id="14" name="Text 55"/>
            <p:cNvSpPr/>
            <p:nvPr/>
          </p:nvSpPr>
          <p:spPr>
            <a:xfrm>
              <a:off x="1272" y="1208"/>
              <a:ext cx="3355" cy="334"/>
            </a:xfrm>
            <a:prstGeom prst="rect">
              <a:avLst/>
            </a:prstGeom>
            <a:noFill/>
          </p:spPr>
          <p:txBody>
            <a:bodyPr wrap="square" lIns="0" tIns="0" rIns="0" bIns="0" rtlCol="0" anchor="ctr"/>
            <a:lstStyle/>
            <a:p>
              <a:pPr>
                <a:lnSpc>
                  <a:spcPct val="120000"/>
                </a:lnSpc>
              </a:pPr>
              <a:r>
                <a:rPr lang="zh-CN" altLang="en-US" sz="1115" b="1" dirty="0">
                  <a:solidFill>
                    <a:srgbClr val="2C3E50"/>
                  </a:solidFill>
                  <a:latin typeface="MiSans" pitchFamily="34" charset="-122"/>
                  <a:ea typeface="MiSans" pitchFamily="34" charset="-122"/>
                  <a:cs typeface="MiSans" pitchFamily="34" charset="-120"/>
                </a:rPr>
                <a:t>题目样本数据</a:t>
              </a:r>
              <a:r>
                <a:rPr lang="zh-CN" altLang="en-US" sz="1115" b="1" dirty="0">
                  <a:solidFill>
                    <a:srgbClr val="2C3E50"/>
                  </a:solidFill>
                  <a:latin typeface="MiSans" pitchFamily="34" charset="-122"/>
                  <a:ea typeface="MiSans" pitchFamily="34" charset="-122"/>
                  <a:cs typeface="MiSans" pitchFamily="34" charset="-120"/>
                </a:rPr>
                <a:t>结构</a:t>
              </a:r>
              <a:endParaRPr lang="zh-CN" altLang="en-US" sz="1115" b="1" dirty="0">
                <a:solidFill>
                  <a:srgbClr val="2C3E50"/>
                </a:solidFill>
                <a:latin typeface="MiSans" pitchFamily="34" charset="-122"/>
                <a:ea typeface="MiSans" pitchFamily="34" charset="-122"/>
                <a:cs typeface="MiSans" pitchFamily="34" charset="-120"/>
              </a:endParaRPr>
            </a:p>
          </p:txBody>
        </p:sp>
      </p:grpSp>
      <p:grpSp>
        <p:nvGrpSpPr>
          <p:cNvPr id="29" name="组合 28"/>
          <p:cNvGrpSpPr/>
          <p:nvPr/>
        </p:nvGrpSpPr>
        <p:grpSpPr>
          <a:xfrm>
            <a:off x="5560060" y="688975"/>
            <a:ext cx="2722880" cy="4349750"/>
            <a:chOff x="7237" y="1087"/>
            <a:chExt cx="4288" cy="6850"/>
          </a:xfrm>
        </p:grpSpPr>
        <p:grpSp>
          <p:nvGrpSpPr>
            <p:cNvPr id="16" name="组合 15"/>
            <p:cNvGrpSpPr/>
            <p:nvPr/>
          </p:nvGrpSpPr>
          <p:grpSpPr>
            <a:xfrm>
              <a:off x="7237" y="1087"/>
              <a:ext cx="4288" cy="6850"/>
              <a:chOff x="540" y="1105"/>
              <a:chExt cx="4288" cy="6850"/>
            </a:xfrm>
          </p:grpSpPr>
          <p:grpSp>
            <p:nvGrpSpPr>
              <p:cNvPr id="18" name="组合 17"/>
              <p:cNvGrpSpPr/>
              <p:nvPr/>
            </p:nvGrpSpPr>
            <p:grpSpPr>
              <a:xfrm rot="0">
                <a:off x="540" y="1105"/>
                <a:ext cx="4288" cy="6850"/>
                <a:chOff x="876603" y="1358993"/>
                <a:chExt cx="3630507" cy="5799666"/>
              </a:xfrm>
            </p:grpSpPr>
            <p:sp>
              <p:nvSpPr>
                <p:cNvPr id="23" name="Shape 51"/>
                <p:cNvSpPr/>
                <p:nvPr/>
              </p:nvSpPr>
              <p:spPr>
                <a:xfrm>
                  <a:off x="876603" y="1358993"/>
                  <a:ext cx="3630507" cy="5799666"/>
                </a:xfrm>
                <a:custGeom>
                  <a:avLst/>
                  <a:gdLst/>
                  <a:ahLst/>
                  <a:cxnLst/>
                  <a:rect l="l" t="t" r="r" b="b"/>
                  <a:pathLst>
                    <a:path w="3708557" h="3633065">
                      <a:moveTo>
                        <a:pt x="37746" y="0"/>
                      </a:moveTo>
                      <a:lnTo>
                        <a:pt x="3670811" y="0"/>
                      </a:lnTo>
                      <a:cubicBezTo>
                        <a:pt x="3691658" y="0"/>
                        <a:pt x="3708557" y="16900"/>
                        <a:pt x="3708557" y="37746"/>
                      </a:cubicBezTo>
                      <a:lnTo>
                        <a:pt x="3708557" y="3557570"/>
                      </a:lnTo>
                      <a:cubicBezTo>
                        <a:pt x="3708557" y="3599265"/>
                        <a:pt x="3674757" y="3633065"/>
                        <a:pt x="3633062" y="3633065"/>
                      </a:cubicBezTo>
                      <a:lnTo>
                        <a:pt x="75495" y="3633065"/>
                      </a:lnTo>
                      <a:cubicBezTo>
                        <a:pt x="33800" y="3633065"/>
                        <a:pt x="0" y="3599265"/>
                        <a:pt x="0" y="3557570"/>
                      </a:cubicBezTo>
                      <a:lnTo>
                        <a:pt x="0" y="37746"/>
                      </a:lnTo>
                      <a:cubicBezTo>
                        <a:pt x="0" y="16913"/>
                        <a:pt x="16913" y="0"/>
                        <a:pt x="37746" y="0"/>
                      </a:cubicBezTo>
                      <a:close/>
                    </a:path>
                  </a:pathLst>
                </a:custGeom>
                <a:solidFill>
                  <a:srgbClr val="FFFFFF"/>
                </a:solidFill>
                <a:effectLst>
                  <a:outerShdw blurRad="141548" dist="94365" dir="5400000" algn="bl" rotWithShape="0">
                    <a:srgbClr val="000000">
                      <a:alpha val="10196"/>
                    </a:srgbClr>
                  </a:outerShdw>
                </a:effectLst>
              </p:spPr>
              <p:txBody>
                <a:bodyPr/>
                <a:lstStyle/>
                <a:p>
                  <a:endParaRPr lang="zh-CN" altLang="en-US" sz="1350"/>
                </a:p>
              </p:txBody>
            </p:sp>
            <p:sp>
              <p:nvSpPr>
                <p:cNvPr id="24" name="Shape 53"/>
                <p:cNvSpPr/>
                <p:nvPr/>
              </p:nvSpPr>
              <p:spPr>
                <a:xfrm>
                  <a:off x="1027310" y="1359840"/>
                  <a:ext cx="452967" cy="452967"/>
                </a:xfrm>
                <a:custGeom>
                  <a:avLst/>
                  <a:gdLst/>
                  <a:ahLst/>
                  <a:cxnLst/>
                  <a:rect l="l" t="t" r="r" b="b"/>
                  <a:pathLst>
                    <a:path w="452954" h="452954">
                      <a:moveTo>
                        <a:pt x="226477" y="0"/>
                      </a:moveTo>
                      <a:lnTo>
                        <a:pt x="226477" y="0"/>
                      </a:lnTo>
                      <a:cubicBezTo>
                        <a:pt x="351473" y="0"/>
                        <a:pt x="452954" y="101481"/>
                        <a:pt x="452954" y="226477"/>
                      </a:cubicBezTo>
                      <a:lnTo>
                        <a:pt x="452954" y="226477"/>
                      </a:lnTo>
                      <a:cubicBezTo>
                        <a:pt x="452954" y="351473"/>
                        <a:pt x="351473" y="452954"/>
                        <a:pt x="226477" y="452954"/>
                      </a:cubicBezTo>
                      <a:lnTo>
                        <a:pt x="226477" y="452954"/>
                      </a:lnTo>
                      <a:cubicBezTo>
                        <a:pt x="101481" y="452954"/>
                        <a:pt x="0" y="351473"/>
                        <a:pt x="0" y="226477"/>
                      </a:cubicBezTo>
                      <a:lnTo>
                        <a:pt x="0" y="226477"/>
                      </a:lnTo>
                      <a:cubicBezTo>
                        <a:pt x="0" y="101481"/>
                        <a:pt x="101481" y="0"/>
                        <a:pt x="226477" y="0"/>
                      </a:cubicBezTo>
                      <a:close/>
                    </a:path>
                  </a:pathLst>
                </a:custGeom>
                <a:solidFill>
                  <a:schemeClr val="accent2">
                    <a:lumMod val="60000"/>
                    <a:lumOff val="40000"/>
                  </a:schemeClr>
                </a:solidFill>
              </p:spPr>
              <p:txBody>
                <a:bodyPr/>
                <a:lstStyle/>
                <a:p>
                  <a:endParaRPr lang="zh-CN" altLang="en-US" sz="1350" dirty="0"/>
                </a:p>
              </p:txBody>
            </p:sp>
            <p:sp>
              <p:nvSpPr>
                <p:cNvPr id="25" name="Shape 54"/>
                <p:cNvSpPr/>
                <p:nvPr/>
              </p:nvSpPr>
              <p:spPr>
                <a:xfrm>
                  <a:off x="1159699" y="1491630"/>
                  <a:ext cx="188731" cy="188731"/>
                </a:xfrm>
                <a:custGeom>
                  <a:avLst/>
                  <a:gdLst/>
                  <a:ahLst/>
                  <a:cxnLst/>
                  <a:rect l="l" t="t" r="r" b="b"/>
                  <a:pathLst>
                    <a:path w="188731" h="188731">
                      <a:moveTo>
                        <a:pt x="85703" y="1917"/>
                      </a:moveTo>
                      <a:cubicBezTo>
                        <a:pt x="91195" y="-627"/>
                        <a:pt x="97535" y="-627"/>
                        <a:pt x="103028" y="1917"/>
                      </a:cubicBezTo>
                      <a:lnTo>
                        <a:pt x="183607" y="39147"/>
                      </a:lnTo>
                      <a:cubicBezTo>
                        <a:pt x="186740" y="40584"/>
                        <a:pt x="188731" y="43718"/>
                        <a:pt x="188731" y="47183"/>
                      </a:cubicBezTo>
                      <a:cubicBezTo>
                        <a:pt x="188731" y="50648"/>
                        <a:pt x="186740" y="53781"/>
                        <a:pt x="183607" y="55218"/>
                      </a:cubicBezTo>
                      <a:lnTo>
                        <a:pt x="103028" y="92449"/>
                      </a:lnTo>
                      <a:cubicBezTo>
                        <a:pt x="97535" y="94992"/>
                        <a:pt x="91195" y="94992"/>
                        <a:pt x="85703" y="92449"/>
                      </a:cubicBezTo>
                      <a:lnTo>
                        <a:pt x="5124" y="55218"/>
                      </a:lnTo>
                      <a:cubicBezTo>
                        <a:pt x="1991" y="53744"/>
                        <a:pt x="0" y="50611"/>
                        <a:pt x="0" y="47183"/>
                      </a:cubicBezTo>
                      <a:cubicBezTo>
                        <a:pt x="0" y="43755"/>
                        <a:pt x="1991" y="40584"/>
                        <a:pt x="5124" y="39147"/>
                      </a:cubicBezTo>
                      <a:lnTo>
                        <a:pt x="85703" y="1917"/>
                      </a:lnTo>
                      <a:close/>
                      <a:moveTo>
                        <a:pt x="17730" y="80505"/>
                      </a:moveTo>
                      <a:lnTo>
                        <a:pt x="78294" y="108483"/>
                      </a:lnTo>
                      <a:cubicBezTo>
                        <a:pt x="88504" y="113202"/>
                        <a:pt x="100263" y="113202"/>
                        <a:pt x="110474" y="108483"/>
                      </a:cubicBezTo>
                      <a:lnTo>
                        <a:pt x="171037" y="80505"/>
                      </a:lnTo>
                      <a:lnTo>
                        <a:pt x="183607" y="86330"/>
                      </a:lnTo>
                      <a:cubicBezTo>
                        <a:pt x="186740" y="87767"/>
                        <a:pt x="188731" y="90900"/>
                        <a:pt x="188731" y="94365"/>
                      </a:cubicBezTo>
                      <a:cubicBezTo>
                        <a:pt x="188731" y="97830"/>
                        <a:pt x="186740" y="100964"/>
                        <a:pt x="183607" y="102401"/>
                      </a:cubicBezTo>
                      <a:lnTo>
                        <a:pt x="103028" y="139631"/>
                      </a:lnTo>
                      <a:cubicBezTo>
                        <a:pt x="97535" y="142175"/>
                        <a:pt x="91195" y="142175"/>
                        <a:pt x="85703" y="139631"/>
                      </a:cubicBezTo>
                      <a:lnTo>
                        <a:pt x="5124" y="102401"/>
                      </a:lnTo>
                      <a:cubicBezTo>
                        <a:pt x="1991" y="100927"/>
                        <a:pt x="0" y="97793"/>
                        <a:pt x="0" y="94365"/>
                      </a:cubicBezTo>
                      <a:cubicBezTo>
                        <a:pt x="0" y="90937"/>
                        <a:pt x="1991" y="87767"/>
                        <a:pt x="5124" y="86330"/>
                      </a:cubicBezTo>
                      <a:lnTo>
                        <a:pt x="17693" y="80505"/>
                      </a:lnTo>
                      <a:close/>
                      <a:moveTo>
                        <a:pt x="5124" y="133512"/>
                      </a:moveTo>
                      <a:lnTo>
                        <a:pt x="17693" y="127688"/>
                      </a:lnTo>
                      <a:lnTo>
                        <a:pt x="78257" y="155666"/>
                      </a:lnTo>
                      <a:cubicBezTo>
                        <a:pt x="88467" y="160384"/>
                        <a:pt x="100226" y="160384"/>
                        <a:pt x="110437" y="155666"/>
                      </a:cubicBezTo>
                      <a:lnTo>
                        <a:pt x="171000" y="127688"/>
                      </a:lnTo>
                      <a:lnTo>
                        <a:pt x="183570" y="133512"/>
                      </a:lnTo>
                      <a:cubicBezTo>
                        <a:pt x="186703" y="134950"/>
                        <a:pt x="188694" y="138083"/>
                        <a:pt x="188694" y="141548"/>
                      </a:cubicBezTo>
                      <a:cubicBezTo>
                        <a:pt x="188694" y="145013"/>
                        <a:pt x="186703" y="148146"/>
                        <a:pt x="183570" y="149584"/>
                      </a:cubicBezTo>
                      <a:lnTo>
                        <a:pt x="102991" y="186814"/>
                      </a:lnTo>
                      <a:cubicBezTo>
                        <a:pt x="97499" y="189357"/>
                        <a:pt x="91158" y="189357"/>
                        <a:pt x="85666" y="186814"/>
                      </a:cubicBezTo>
                      <a:lnTo>
                        <a:pt x="5124" y="149584"/>
                      </a:lnTo>
                      <a:cubicBezTo>
                        <a:pt x="1991" y="148109"/>
                        <a:pt x="0" y="144976"/>
                        <a:pt x="0" y="141548"/>
                      </a:cubicBezTo>
                      <a:cubicBezTo>
                        <a:pt x="0" y="138120"/>
                        <a:pt x="1991" y="134950"/>
                        <a:pt x="5124" y="133512"/>
                      </a:cubicBezTo>
                      <a:close/>
                    </a:path>
                  </a:pathLst>
                </a:custGeom>
                <a:solidFill>
                  <a:srgbClr val="FFFFFF"/>
                </a:solidFill>
              </p:spPr>
              <p:txBody>
                <a:bodyPr/>
                <a:lstStyle/>
                <a:p>
                  <a:endParaRPr lang="zh-CN" altLang="en-US" sz="1350" dirty="0"/>
                </a:p>
              </p:txBody>
            </p:sp>
          </p:grpSp>
          <p:sp>
            <p:nvSpPr>
              <p:cNvPr id="27" name="Text 55"/>
              <p:cNvSpPr/>
              <p:nvPr/>
            </p:nvSpPr>
            <p:spPr>
              <a:xfrm>
                <a:off x="1272" y="1208"/>
                <a:ext cx="3355" cy="334"/>
              </a:xfrm>
              <a:prstGeom prst="rect">
                <a:avLst/>
              </a:prstGeom>
              <a:noFill/>
            </p:spPr>
            <p:txBody>
              <a:bodyPr wrap="square" lIns="0" tIns="0" rIns="0" bIns="0" rtlCol="0" anchor="ctr"/>
              <a:lstStyle/>
              <a:p>
                <a:pPr>
                  <a:lnSpc>
                    <a:spcPct val="120000"/>
                  </a:lnSpc>
                </a:pPr>
                <a:r>
                  <a:rPr lang="zh-CN" altLang="en-US" sz="1115" b="1" dirty="0">
                    <a:solidFill>
                      <a:srgbClr val="2C3E50"/>
                    </a:solidFill>
                    <a:latin typeface="MiSans" pitchFamily="34" charset="-122"/>
                    <a:ea typeface="MiSans" pitchFamily="34" charset="-122"/>
                    <a:cs typeface="MiSans" pitchFamily="34" charset="-120"/>
                  </a:rPr>
                  <a:t>玩家手术参数</a:t>
                </a:r>
                <a:r>
                  <a:rPr lang="zh-CN" altLang="en-US" sz="1115" b="1" dirty="0">
                    <a:solidFill>
                      <a:srgbClr val="2C3E50"/>
                    </a:solidFill>
                    <a:latin typeface="MiSans" pitchFamily="34" charset="-122"/>
                    <a:ea typeface="MiSans" pitchFamily="34" charset="-122"/>
                    <a:cs typeface="MiSans" pitchFamily="34" charset="-120"/>
                  </a:rPr>
                  <a:t>数据结构</a:t>
                </a:r>
                <a:endParaRPr lang="zh-CN" altLang="en-US" sz="1115" b="1" dirty="0">
                  <a:solidFill>
                    <a:srgbClr val="2C3E50"/>
                  </a:solidFill>
                  <a:latin typeface="MiSans" pitchFamily="34" charset="-122"/>
                  <a:ea typeface="MiSans" pitchFamily="34" charset="-122"/>
                  <a:cs typeface="MiSans" pitchFamily="34" charset="-120"/>
                </a:endParaRPr>
              </a:p>
            </p:txBody>
          </p:sp>
        </p:grpSp>
        <p:pic>
          <p:nvPicPr>
            <p:cNvPr id="28" name="图片 27"/>
            <p:cNvPicPr>
              <a:picLocks noChangeAspect="1"/>
            </p:cNvPicPr>
            <p:nvPr/>
          </p:nvPicPr>
          <p:blipFill>
            <a:blip r:embed="rId2"/>
            <a:stretch>
              <a:fillRect/>
            </a:stretch>
          </p:blipFill>
          <p:spPr>
            <a:xfrm>
              <a:off x="7950" y="1704"/>
              <a:ext cx="3190" cy="6097"/>
            </a:xfrm>
            <a:prstGeom prst="rect">
              <a:avLst/>
            </a:prstGeom>
          </p:spPr>
        </p:pic>
      </p:gr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85750" y="314325"/>
            <a:ext cx="57150" cy="228600"/>
          </a:xfrm>
          <a:custGeom>
            <a:avLst/>
            <a:gdLst/>
            <a:ahLst/>
            <a:cxnLst/>
            <a:rect l="l" t="t" r="r" b="b"/>
            <a:pathLst>
              <a:path w="76200" h="304800">
                <a:moveTo>
                  <a:pt x="0" y="0"/>
                </a:moveTo>
                <a:lnTo>
                  <a:pt x="76200" y="0"/>
                </a:lnTo>
                <a:lnTo>
                  <a:pt x="76200" y="304800"/>
                </a:lnTo>
                <a:lnTo>
                  <a:pt x="0" y="304800"/>
                </a:lnTo>
                <a:lnTo>
                  <a:pt x="0" y="0"/>
                </a:lnTo>
                <a:close/>
              </a:path>
            </a:pathLst>
          </a:custGeom>
          <a:solidFill>
            <a:srgbClr val="1ABC9C"/>
          </a:solidFill>
        </p:spPr>
        <p:txBody>
          <a:bodyPr/>
          <a:lstStyle/>
          <a:p>
            <a:pPr defTabSz="685800">
              <a:defRPr/>
            </a:pPr>
            <a:endParaRPr lang="zh-CN" altLang="en-US" sz="1350">
              <a:solidFill>
                <a:srgbClr val="000000"/>
              </a:solidFill>
              <a:latin typeface="Calibri"/>
              <a:ea typeface="等线" panose="02010600030101010101" pitchFamily="2" charset="-122"/>
            </a:endParaRPr>
          </a:p>
        </p:txBody>
      </p:sp>
      <p:sp>
        <p:nvSpPr>
          <p:cNvPr id="3" name="Text 1"/>
          <p:cNvSpPr/>
          <p:nvPr/>
        </p:nvSpPr>
        <p:spPr>
          <a:xfrm>
            <a:off x="428625" y="314325"/>
            <a:ext cx="3576320" cy="339725"/>
          </a:xfrm>
          <a:prstGeom prst="rect">
            <a:avLst/>
          </a:prstGeom>
          <a:noFill/>
        </p:spPr>
        <p:txBody>
          <a:bodyPr wrap="square" lIns="0" tIns="0" rIns="0" bIns="0" rtlCol="0" anchor="ctr" anchorCtr="0"/>
          <a:lstStyle/>
          <a:p>
            <a:pPr defTabSz="685800">
              <a:lnSpc>
                <a:spcPct val="90000"/>
              </a:lnSpc>
              <a:defRPr/>
            </a:pPr>
            <a:r>
              <a:rPr lang="zh-CN" altLang="en-US" sz="2025" b="1" dirty="0">
                <a:solidFill>
                  <a:srgbClr val="2C3E50"/>
                </a:solidFill>
                <a:latin typeface="MiSans" pitchFamily="34" charset="-122"/>
                <a:ea typeface="MiSans" pitchFamily="34" charset="-122"/>
                <a:cs typeface="MiSans" pitchFamily="34" charset="-120"/>
              </a:rPr>
              <a:t>维度</a:t>
            </a:r>
            <a:r>
              <a:rPr lang="en-US" altLang="zh-CN" sz="2025" b="1" dirty="0">
                <a:solidFill>
                  <a:srgbClr val="2C3E50"/>
                </a:solidFill>
                <a:latin typeface="MiSans" pitchFamily="34" charset="-122"/>
                <a:ea typeface="MiSans" pitchFamily="34" charset="-122"/>
                <a:cs typeface="MiSans" pitchFamily="34" charset="-120"/>
              </a:rPr>
              <a:t>1：</a:t>
            </a:r>
            <a:r>
              <a:rPr lang="zh-CN" altLang="en-US" sz="2025" b="1" dirty="0">
                <a:solidFill>
                  <a:srgbClr val="2C3E50"/>
                </a:solidFill>
                <a:latin typeface="MiSans" pitchFamily="34" charset="-122"/>
                <a:ea typeface="MiSans" pitchFamily="34" charset="-122"/>
                <a:cs typeface="MiSans" pitchFamily="34" charset="-120"/>
              </a:rPr>
              <a:t>位置与范围评分</a:t>
            </a:r>
            <a:r>
              <a:rPr lang="en-US" altLang="zh-CN" sz="2025" b="1" dirty="0">
                <a:solidFill>
                  <a:srgbClr val="2C3E50"/>
                </a:solidFill>
                <a:latin typeface="MiSans" pitchFamily="34" charset="-122"/>
                <a:ea typeface="MiSans" pitchFamily="34" charset="-122"/>
                <a:cs typeface="MiSans" pitchFamily="34" charset="-120"/>
              </a:rPr>
              <a:t> (35</a:t>
            </a:r>
            <a:r>
              <a:rPr lang="zh-CN" altLang="en-US" sz="2025" b="1" dirty="0">
                <a:solidFill>
                  <a:srgbClr val="2C3E50"/>
                </a:solidFill>
                <a:latin typeface="MiSans" pitchFamily="34" charset="-122"/>
                <a:ea typeface="MiSans" pitchFamily="34" charset="-122"/>
                <a:cs typeface="MiSans" pitchFamily="34" charset="-120"/>
              </a:rPr>
              <a:t>分</a:t>
            </a:r>
            <a:r>
              <a:rPr lang="en-US" altLang="zh-CN" sz="2025" b="1" dirty="0">
                <a:solidFill>
                  <a:srgbClr val="2C3E50"/>
                </a:solidFill>
                <a:latin typeface="MiSans" pitchFamily="34" charset="-122"/>
                <a:ea typeface="MiSans" pitchFamily="34" charset="-122"/>
                <a:cs typeface="MiSans" pitchFamily="34" charset="-120"/>
              </a:rPr>
              <a:t>)</a:t>
            </a:r>
            <a:endParaRPr lang="en-US" altLang="zh-CN" sz="2025" b="1" dirty="0">
              <a:solidFill>
                <a:srgbClr val="2C3E50"/>
              </a:solidFill>
              <a:latin typeface="MiSans" pitchFamily="34" charset="-122"/>
              <a:ea typeface="MiSans" pitchFamily="34" charset="-122"/>
              <a:cs typeface="MiSans" pitchFamily="34" charset="-120"/>
            </a:endParaRPr>
          </a:p>
        </p:txBody>
      </p:sp>
      <p:sp>
        <p:nvSpPr>
          <p:cNvPr id="4" name="Text 0"/>
          <p:cNvSpPr/>
          <p:nvPr/>
        </p:nvSpPr>
        <p:spPr>
          <a:xfrm>
            <a:off x="285750" y="98988"/>
            <a:ext cx="681990" cy="153670"/>
          </a:xfrm>
          <a:prstGeom prst="rect">
            <a:avLst/>
          </a:prstGeom>
          <a:noFill/>
        </p:spPr>
        <p:txBody>
          <a:bodyPr wrap="none" lIns="0" tIns="0" rIns="0" bIns="0" rtlCol="0" anchor="t">
            <a:spAutoFit/>
          </a:bodyPr>
          <a:lstStyle/>
          <a:p>
            <a:pPr marL="0" indent="0" algn="l">
              <a:lnSpc>
                <a:spcPts val="1200"/>
              </a:lnSpc>
              <a:buNone/>
            </a:pPr>
            <a:r>
              <a:rPr lang="zh-CN" altLang="en-US" sz="885" b="1" kern="0" spc="2" dirty="0">
                <a:solidFill>
                  <a:srgbClr val="3B82F6"/>
                </a:solidFill>
                <a:latin typeface="DM Sans" pitchFamily="34" charset="0"/>
                <a:ea typeface="DM Sans" pitchFamily="34" charset="-122"/>
                <a:cs typeface="DM Sans" pitchFamily="34" charset="-120"/>
                <a:sym typeface="+mn-ea"/>
              </a:rPr>
              <a:t>评分系统介绍</a:t>
            </a:r>
            <a:endParaRPr lang="en-US" sz="885" dirty="0"/>
          </a:p>
        </p:txBody>
      </p:sp>
      <p:grpSp>
        <p:nvGrpSpPr>
          <p:cNvPr id="30" name="组合 29"/>
          <p:cNvGrpSpPr/>
          <p:nvPr/>
        </p:nvGrpSpPr>
        <p:grpSpPr>
          <a:xfrm>
            <a:off x="583565" y="789940"/>
            <a:ext cx="7901305" cy="1453515"/>
            <a:chOff x="1774" y="1884"/>
            <a:chExt cx="5423" cy="2289"/>
          </a:xfrm>
        </p:grpSpPr>
        <p:sp>
          <p:nvSpPr>
            <p:cNvPr id="22" name="Text 7"/>
            <p:cNvSpPr/>
            <p:nvPr>
              <p:custDataLst>
                <p:tags r:id="rId1"/>
              </p:custDataLst>
            </p:nvPr>
          </p:nvSpPr>
          <p:spPr>
            <a:xfrm>
              <a:off x="1774" y="1884"/>
              <a:ext cx="5423" cy="315"/>
            </a:xfrm>
            <a:prstGeom prst="rect">
              <a:avLst/>
            </a:prstGeom>
            <a:noFill/>
          </p:spPr>
          <p:txBody>
            <a:bodyPr wrap="square" lIns="0" tIns="0" rIns="0" bIns="0" rtlCol="0" anchor="ctr"/>
            <a:lstStyle/>
            <a:p>
              <a:pPr>
                <a:lnSpc>
                  <a:spcPct val="120000"/>
                </a:lnSpc>
              </a:pPr>
              <a:r>
                <a:rPr lang="en-US" altLang="zh-CN" sz="1600" b="1" dirty="0">
                  <a:solidFill>
                    <a:srgbClr val="2C3E50"/>
                  </a:solidFill>
                  <a:latin typeface="MiSans" pitchFamily="34" charset="-122"/>
                  <a:ea typeface="MiSans" pitchFamily="34" charset="-122"/>
                  <a:cs typeface="MiSans" pitchFamily="34" charset="-120"/>
                </a:rPr>
                <a:t>1. </a:t>
              </a:r>
              <a:r>
                <a:rPr lang="zh-CN" altLang="en-US" sz="1600" b="1" dirty="0">
                  <a:solidFill>
                    <a:srgbClr val="2C3E50"/>
                  </a:solidFill>
                  <a:latin typeface="MiSans" pitchFamily="34" charset="-122"/>
                  <a:ea typeface="MiSans" pitchFamily="34" charset="-122"/>
                  <a:cs typeface="MiSans" pitchFamily="34" charset="-120"/>
                </a:rPr>
                <a:t>算法逻辑</a:t>
              </a:r>
              <a:endParaRPr lang="zh-CN" altLang="en-US" sz="1600" b="1" dirty="0">
                <a:solidFill>
                  <a:srgbClr val="2C3E50"/>
                </a:solidFill>
                <a:latin typeface="MiSans" pitchFamily="34" charset="-122"/>
                <a:ea typeface="MiSans" pitchFamily="34" charset="-122"/>
                <a:cs typeface="MiSans" pitchFamily="34" charset="-120"/>
              </a:endParaRPr>
            </a:p>
          </p:txBody>
        </p:sp>
        <p:sp>
          <p:nvSpPr>
            <p:cNvPr id="26" name="Text 8"/>
            <p:cNvSpPr/>
            <p:nvPr>
              <p:custDataLst>
                <p:tags r:id="rId2"/>
              </p:custDataLst>
            </p:nvPr>
          </p:nvSpPr>
          <p:spPr>
            <a:xfrm>
              <a:off x="1797" y="2301"/>
              <a:ext cx="5394" cy="1872"/>
            </a:xfrm>
            <a:prstGeom prst="rect">
              <a:avLst/>
            </a:prstGeom>
            <a:noFill/>
          </p:spPr>
          <p:txBody>
            <a:bodyPr wrap="square" lIns="0" tIns="0" rIns="0" bIns="0" rtlCol="0" anchor="t" anchorCtr="0"/>
            <a:lstStyle/>
            <a:p>
              <a:pPr>
                <a:lnSpc>
                  <a:spcPct val="140000"/>
                </a:lnSpc>
              </a:pPr>
              <a:r>
                <a:rPr lang="zh-CN" altLang="en-US" sz="1400" dirty="0">
                  <a:solidFill>
                    <a:srgbClr val="5D6D7E"/>
                  </a:solidFill>
                  <a:latin typeface="MiSans" pitchFamily="34" charset="-122"/>
                  <a:ea typeface="MiSans" pitchFamily="34" charset="-122"/>
                  <a:cs typeface="MiSans" pitchFamily="34" charset="-120"/>
                </a:rPr>
                <a:t>提取学生所有光斑的坐标，计算其光斑区域的外围轮廓（使用</a:t>
              </a:r>
              <a:r>
                <a:rPr lang="en-US" altLang="zh-CN" sz="1400" dirty="0">
                  <a:solidFill>
                    <a:srgbClr val="5D6D7E"/>
                  </a:solidFill>
                  <a:latin typeface="MiSans" pitchFamily="34" charset="-122"/>
                  <a:ea typeface="MiSans" pitchFamily="34" charset="-122"/>
                  <a:cs typeface="MiSans" pitchFamily="34" charset="-120"/>
                </a:rPr>
                <a:t> Convex Hull </a:t>
              </a:r>
              <a:r>
                <a:rPr lang="zh-CN" altLang="en-US" sz="1400" dirty="0">
                  <a:solidFill>
                    <a:srgbClr val="5D6D7E"/>
                  </a:solidFill>
                  <a:latin typeface="MiSans" pitchFamily="34" charset="-122"/>
                  <a:ea typeface="MiSans" pitchFamily="34" charset="-122"/>
                  <a:cs typeface="MiSans" pitchFamily="34" charset="-120"/>
                </a:rPr>
                <a:t>凸包算法，如果是环形区域则要去掉中间空缺部分）并去掉内部</a:t>
              </a:r>
              <a:r>
                <a:rPr lang="zh-CN" altLang="en-US" sz="1400" dirty="0">
                  <a:solidFill>
                    <a:srgbClr val="5D6D7E"/>
                  </a:solidFill>
                  <a:latin typeface="MiSans" pitchFamily="34" charset="-122"/>
                  <a:ea typeface="MiSans" pitchFamily="34" charset="-122"/>
                  <a:cs typeface="MiSans" pitchFamily="34" charset="-120"/>
                </a:rPr>
                <a:t>挖空区域</a:t>
              </a:r>
              <a:r>
                <a:rPr lang="zh-CN" altLang="en-US" sz="1400" dirty="0">
                  <a:solidFill>
                    <a:srgbClr val="5D6D7E"/>
                  </a:solidFill>
                  <a:latin typeface="MiSans" pitchFamily="34" charset="-122"/>
                  <a:ea typeface="MiSans" pitchFamily="34" charset="-122"/>
                  <a:cs typeface="MiSans" pitchFamily="34" charset="-120"/>
                </a:rPr>
                <a:t>后，得出</a:t>
              </a:r>
              <a:r>
                <a:rPr lang="en-US" altLang="zh-CN" sz="1400" dirty="0">
                  <a:solidFill>
                    <a:srgbClr val="5D6D7E"/>
                  </a:solidFill>
                  <a:latin typeface="MiSans" pitchFamily="34" charset="-122"/>
                  <a:ea typeface="MiSans" pitchFamily="34" charset="-122"/>
                  <a:cs typeface="MiSans" pitchFamily="34" charset="-120"/>
                </a:rPr>
                <a:t>"</a:t>
              </a:r>
              <a:r>
                <a:rPr lang="zh-CN" altLang="en-US" sz="1400" dirty="0">
                  <a:solidFill>
                    <a:srgbClr val="5D6D7E"/>
                  </a:solidFill>
                  <a:latin typeface="MiSans" pitchFamily="34" charset="-122"/>
                  <a:ea typeface="MiSans" pitchFamily="34" charset="-122"/>
                  <a:cs typeface="MiSans" pitchFamily="34" charset="-120"/>
                </a:rPr>
                <a:t>实际治疗面积</a:t>
              </a:r>
              <a:r>
                <a:rPr lang="en-US" altLang="zh-CN" sz="1400" dirty="0">
                  <a:solidFill>
                    <a:srgbClr val="5D6D7E"/>
                  </a:solidFill>
                  <a:latin typeface="MiSans" pitchFamily="34" charset="-122"/>
                  <a:ea typeface="MiSans" pitchFamily="34" charset="-122"/>
                  <a:cs typeface="MiSans" pitchFamily="34" charset="-120"/>
                </a:rPr>
                <a:t>"</a:t>
              </a:r>
              <a:r>
                <a:rPr lang="zh-CN" altLang="en-US" sz="1400" dirty="0">
                  <a:solidFill>
                    <a:srgbClr val="5D6D7E"/>
                  </a:solidFill>
                  <a:latin typeface="MiSans" pitchFamily="34" charset="-122"/>
                  <a:ea typeface="MiSans" pitchFamily="34" charset="-122"/>
                  <a:cs typeface="MiSans" pitchFamily="34" charset="-120"/>
                </a:rPr>
                <a:t>。将其与对题目样本手工标注的</a:t>
              </a:r>
              <a:r>
                <a:rPr lang="en-US" altLang="zh-CN" sz="1400" dirty="0">
                  <a:solidFill>
                    <a:srgbClr val="5D6D7E"/>
                  </a:solidFill>
                  <a:latin typeface="MiSans" pitchFamily="34" charset="-122"/>
                  <a:ea typeface="MiSans" pitchFamily="34" charset="-122"/>
                  <a:cs typeface="MiSans" pitchFamily="34" charset="-120"/>
                </a:rPr>
                <a:t>"GT</a:t>
              </a:r>
              <a:r>
                <a:rPr lang="zh-CN" altLang="en-US" sz="1400" dirty="0">
                  <a:solidFill>
                    <a:srgbClr val="5D6D7E"/>
                  </a:solidFill>
                  <a:latin typeface="MiSans" pitchFamily="34" charset="-122"/>
                  <a:ea typeface="MiSans" pitchFamily="34" charset="-122"/>
                  <a:cs typeface="MiSans" pitchFamily="34" charset="-120"/>
                </a:rPr>
                <a:t>靶区面积</a:t>
              </a:r>
              <a:r>
                <a:rPr lang="en-US" altLang="zh-CN" sz="1400" dirty="0">
                  <a:solidFill>
                    <a:srgbClr val="5D6D7E"/>
                  </a:solidFill>
                  <a:latin typeface="MiSans" pitchFamily="34" charset="-122"/>
                  <a:ea typeface="MiSans" pitchFamily="34" charset="-122"/>
                  <a:cs typeface="MiSans" pitchFamily="34" charset="-120"/>
                </a:rPr>
                <a:t>"</a:t>
              </a:r>
              <a:r>
                <a:rPr lang="zh-CN" altLang="en-US" sz="1400" dirty="0">
                  <a:solidFill>
                    <a:srgbClr val="5D6D7E"/>
                  </a:solidFill>
                  <a:latin typeface="MiSans" pitchFamily="34" charset="-122"/>
                  <a:ea typeface="MiSans" pitchFamily="34" charset="-122"/>
                  <a:cs typeface="MiSans" pitchFamily="34" charset="-120"/>
                </a:rPr>
                <a:t>计算交并比</a:t>
              </a:r>
              <a:r>
                <a:rPr lang="en-US" altLang="zh-CN" sz="1400" dirty="0">
                  <a:solidFill>
                    <a:srgbClr val="5D6D7E"/>
                  </a:solidFill>
                  <a:latin typeface="MiSans" pitchFamily="34" charset="-122"/>
                  <a:ea typeface="MiSans" pitchFamily="34" charset="-122"/>
                  <a:cs typeface="MiSans" pitchFamily="34" charset="-120"/>
                </a:rPr>
                <a:t> (IoU)</a:t>
              </a:r>
              <a:r>
                <a:rPr lang="zh-CN" altLang="en-US" sz="1400" dirty="0">
                  <a:solidFill>
                    <a:srgbClr val="5D6D7E"/>
                  </a:solidFill>
                  <a:latin typeface="MiSans" pitchFamily="34" charset="-122"/>
                  <a:ea typeface="MiSans" pitchFamily="34" charset="-122"/>
                  <a:cs typeface="MiSans" pitchFamily="34" charset="-120"/>
                </a:rPr>
                <a:t>。</a:t>
              </a:r>
              <a:endParaRPr lang="zh-CN" altLang="en-US" sz="1400" dirty="0">
                <a:solidFill>
                  <a:srgbClr val="5D6D7E"/>
                </a:solidFill>
                <a:latin typeface="MiSans" pitchFamily="34" charset="-122"/>
                <a:ea typeface="MiSans" pitchFamily="34" charset="-122"/>
                <a:cs typeface="MiSans" pitchFamily="34" charset="-120"/>
              </a:endParaRPr>
            </a:p>
            <a:p>
              <a:pPr>
                <a:lnSpc>
                  <a:spcPct val="140000"/>
                </a:lnSpc>
              </a:pPr>
              <a:endParaRPr lang="zh-CN" altLang="en-US" sz="1400" dirty="0">
                <a:solidFill>
                  <a:srgbClr val="5D6D7E"/>
                </a:solidFill>
                <a:latin typeface="MiSans" pitchFamily="34" charset="-122"/>
                <a:ea typeface="MiSans" pitchFamily="34" charset="-122"/>
                <a:cs typeface="MiSans" pitchFamily="34" charset="-120"/>
              </a:endParaRPr>
            </a:p>
          </p:txBody>
        </p:sp>
      </p:grpSp>
      <p:grpSp>
        <p:nvGrpSpPr>
          <p:cNvPr id="31" name="组合 30"/>
          <p:cNvGrpSpPr/>
          <p:nvPr/>
        </p:nvGrpSpPr>
        <p:grpSpPr>
          <a:xfrm>
            <a:off x="617220" y="2644775"/>
            <a:ext cx="3970655" cy="2305685"/>
            <a:chOff x="1774" y="1884"/>
            <a:chExt cx="5445" cy="3854"/>
          </a:xfrm>
        </p:grpSpPr>
        <p:sp>
          <p:nvSpPr>
            <p:cNvPr id="32" name="Text 7"/>
            <p:cNvSpPr/>
            <p:nvPr>
              <p:custDataLst>
                <p:tags r:id="rId3"/>
              </p:custDataLst>
            </p:nvPr>
          </p:nvSpPr>
          <p:spPr>
            <a:xfrm>
              <a:off x="1774" y="1884"/>
              <a:ext cx="5423" cy="315"/>
            </a:xfrm>
            <a:prstGeom prst="rect">
              <a:avLst/>
            </a:prstGeom>
            <a:noFill/>
          </p:spPr>
          <p:txBody>
            <a:bodyPr wrap="square" lIns="0" tIns="0" rIns="0" bIns="0" rtlCol="0" anchor="ctr"/>
            <a:lstStyle/>
            <a:p>
              <a:pPr>
                <a:lnSpc>
                  <a:spcPct val="120000"/>
                </a:lnSpc>
              </a:pPr>
              <a:r>
                <a:rPr lang="en-US" altLang="zh-CN" sz="1600" b="1" dirty="0">
                  <a:solidFill>
                    <a:srgbClr val="2C3E50"/>
                  </a:solidFill>
                  <a:latin typeface="MiSans" pitchFamily="34" charset="-122"/>
                  <a:ea typeface="MiSans" pitchFamily="34" charset="-122"/>
                  <a:cs typeface="MiSans" pitchFamily="34" charset="-120"/>
                </a:rPr>
                <a:t>2. </a:t>
              </a:r>
              <a:r>
                <a:rPr lang="zh-CN" altLang="en-US" sz="1600" b="1" dirty="0">
                  <a:solidFill>
                    <a:srgbClr val="2C3E50"/>
                  </a:solidFill>
                  <a:latin typeface="MiSans" pitchFamily="34" charset="-122"/>
                  <a:ea typeface="MiSans" pitchFamily="34" charset="-122"/>
                  <a:cs typeface="MiSans" pitchFamily="34" charset="-120"/>
                </a:rPr>
                <a:t>给分标准</a:t>
              </a:r>
              <a:endParaRPr lang="zh-CN" altLang="en-US" sz="1600" b="1" dirty="0">
                <a:solidFill>
                  <a:srgbClr val="2C3E50"/>
                </a:solidFill>
                <a:latin typeface="MiSans" pitchFamily="34" charset="-122"/>
                <a:ea typeface="MiSans" pitchFamily="34" charset="-122"/>
                <a:cs typeface="MiSans" pitchFamily="34" charset="-120"/>
              </a:endParaRPr>
            </a:p>
          </p:txBody>
        </p:sp>
        <p:sp>
          <p:nvSpPr>
            <p:cNvPr id="33" name="Text 8"/>
            <p:cNvSpPr/>
            <p:nvPr>
              <p:custDataLst>
                <p:tags r:id="rId4"/>
              </p:custDataLst>
            </p:nvPr>
          </p:nvSpPr>
          <p:spPr>
            <a:xfrm>
              <a:off x="1797" y="2301"/>
              <a:ext cx="5422" cy="3437"/>
            </a:xfrm>
            <a:prstGeom prst="rect">
              <a:avLst/>
            </a:prstGeom>
            <a:noFill/>
          </p:spPr>
          <p:txBody>
            <a:bodyPr wrap="square" lIns="0" tIns="0" rIns="0" bIns="0" rtlCol="0" anchor="t" anchorCtr="0"/>
            <a:lstStyle/>
            <a:p>
              <a:pPr>
                <a:lnSpc>
                  <a:spcPct val="140000"/>
                </a:lnSpc>
              </a:pPr>
              <a:r>
                <a:rPr lang="en-US" altLang="zh-CN" sz="1400" dirty="0">
                  <a:solidFill>
                    <a:srgbClr val="5D6D7E"/>
                  </a:solidFill>
                  <a:latin typeface="MiSans" pitchFamily="34" charset="-122"/>
                  <a:ea typeface="MiSans" pitchFamily="34" charset="-122"/>
                  <a:cs typeface="MiSans" pitchFamily="34" charset="-120"/>
                </a:rPr>
                <a:t> IoU &gt; 85%</a:t>
              </a:r>
              <a:r>
                <a:rPr lang="zh-CN" altLang="en-US" sz="1400" dirty="0">
                  <a:solidFill>
                    <a:srgbClr val="5D6D7E"/>
                  </a:solidFill>
                  <a:latin typeface="MiSans" pitchFamily="34" charset="-122"/>
                  <a:ea typeface="MiSans" pitchFamily="34" charset="-122"/>
                  <a:cs typeface="MiSans" pitchFamily="34" charset="-120"/>
                </a:rPr>
                <a:t>：得满分</a:t>
              </a:r>
              <a:r>
                <a:rPr lang="en-US" altLang="zh-CN" sz="1400" dirty="0">
                  <a:solidFill>
                    <a:srgbClr val="5D6D7E"/>
                  </a:solidFill>
                  <a:latin typeface="MiSans" pitchFamily="34" charset="-122"/>
                  <a:ea typeface="MiSans" pitchFamily="34" charset="-122"/>
                  <a:cs typeface="MiSans" pitchFamily="34" charset="-120"/>
                </a:rPr>
                <a:t> 35</a:t>
              </a:r>
              <a:r>
                <a:rPr lang="zh-CN" altLang="en-US" sz="1400" dirty="0">
                  <a:solidFill>
                    <a:srgbClr val="5D6D7E"/>
                  </a:solidFill>
                  <a:latin typeface="MiSans" pitchFamily="34" charset="-122"/>
                  <a:ea typeface="MiSans" pitchFamily="34" charset="-122"/>
                  <a:cs typeface="MiSans" pitchFamily="34" charset="-120"/>
                </a:rPr>
                <a:t>分。</a:t>
              </a:r>
              <a:endParaRPr lang="zh-CN" altLang="en-US" sz="1400" dirty="0">
                <a:solidFill>
                  <a:srgbClr val="5D6D7E"/>
                </a:solidFill>
                <a:latin typeface="MiSans" pitchFamily="34" charset="-122"/>
                <a:ea typeface="MiSans" pitchFamily="34" charset="-122"/>
                <a:cs typeface="MiSans" pitchFamily="34" charset="-120"/>
              </a:endParaRPr>
            </a:p>
            <a:p>
              <a:pPr>
                <a:lnSpc>
                  <a:spcPct val="140000"/>
                </a:lnSpc>
              </a:pPr>
              <a:r>
                <a:rPr lang="en-US" altLang="zh-CN" sz="1400" dirty="0">
                  <a:solidFill>
                    <a:srgbClr val="5D6D7E"/>
                  </a:solidFill>
                  <a:latin typeface="MiSans" pitchFamily="34" charset="-122"/>
                  <a:ea typeface="MiSans" pitchFamily="34" charset="-122"/>
                  <a:cs typeface="MiSans" pitchFamily="34" charset="-120"/>
                </a:rPr>
                <a:t> IoU </a:t>
              </a:r>
              <a:r>
                <a:rPr lang="zh-CN" altLang="en-US" sz="1400" dirty="0">
                  <a:solidFill>
                    <a:srgbClr val="5D6D7E"/>
                  </a:solidFill>
                  <a:latin typeface="MiSans" pitchFamily="34" charset="-122"/>
                  <a:ea typeface="MiSans" pitchFamily="34" charset="-122"/>
                  <a:cs typeface="MiSans" pitchFamily="34" charset="-120"/>
                </a:rPr>
                <a:t>在</a:t>
              </a:r>
              <a:r>
                <a:rPr lang="en-US" altLang="zh-CN" sz="1400" dirty="0">
                  <a:solidFill>
                    <a:srgbClr val="5D6D7E"/>
                  </a:solidFill>
                  <a:latin typeface="MiSans" pitchFamily="34" charset="-122"/>
                  <a:ea typeface="MiSans" pitchFamily="34" charset="-122"/>
                  <a:cs typeface="MiSans" pitchFamily="34" charset="-120"/>
                </a:rPr>
                <a:t> 50% ~ 85% </a:t>
              </a:r>
              <a:r>
                <a:rPr lang="zh-CN" altLang="en-US" sz="1400" dirty="0">
                  <a:solidFill>
                    <a:srgbClr val="5D6D7E"/>
                  </a:solidFill>
                  <a:latin typeface="MiSans" pitchFamily="34" charset="-122"/>
                  <a:ea typeface="MiSans" pitchFamily="34" charset="-122"/>
                  <a:cs typeface="MiSans" pitchFamily="34" charset="-120"/>
                </a:rPr>
                <a:t>之间：采用线性插值计算，具体公式为：</a:t>
              </a:r>
              <a:endParaRPr lang="zh-CN" altLang="en-US" sz="1400" dirty="0">
                <a:solidFill>
                  <a:srgbClr val="5D6D7E"/>
                </a:solidFill>
                <a:latin typeface="MiSans" pitchFamily="34" charset="-122"/>
                <a:ea typeface="MiSans" pitchFamily="34" charset="-122"/>
                <a:cs typeface="MiSans" pitchFamily="34" charset="-120"/>
              </a:endParaRPr>
            </a:p>
            <a:p>
              <a:pPr>
                <a:lnSpc>
                  <a:spcPct val="140000"/>
                </a:lnSpc>
              </a:pPr>
              <a:endParaRPr lang="en-US" altLang="zh-CN" sz="1400" dirty="0">
                <a:solidFill>
                  <a:srgbClr val="5D6D7E"/>
                </a:solidFill>
                <a:latin typeface="MiSans" pitchFamily="34" charset="-122"/>
                <a:ea typeface="MiSans" pitchFamily="34" charset="-122"/>
                <a:cs typeface="MiSans" pitchFamily="34" charset="-120"/>
              </a:endParaRPr>
            </a:p>
            <a:p>
              <a:pPr>
                <a:lnSpc>
                  <a:spcPct val="140000"/>
                </a:lnSpc>
              </a:pPr>
              <a:endParaRPr lang="en-US" altLang="zh-CN" sz="1400" dirty="0">
                <a:solidFill>
                  <a:srgbClr val="5D6D7E"/>
                </a:solidFill>
                <a:latin typeface="MiSans" pitchFamily="34" charset="-122"/>
                <a:ea typeface="MiSans" pitchFamily="34" charset="-122"/>
                <a:cs typeface="MiSans" pitchFamily="34" charset="-120"/>
              </a:endParaRPr>
            </a:p>
            <a:p>
              <a:pPr>
                <a:lnSpc>
                  <a:spcPct val="140000"/>
                </a:lnSpc>
              </a:pPr>
              <a:r>
                <a:rPr lang="en-US" altLang="zh-CN" sz="1400" dirty="0">
                  <a:solidFill>
                    <a:srgbClr val="5D6D7E"/>
                  </a:solidFill>
                  <a:latin typeface="MiSans" pitchFamily="34" charset="-122"/>
                  <a:ea typeface="MiSans" pitchFamily="34" charset="-122"/>
                  <a:cs typeface="MiSans" pitchFamily="34" charset="-120"/>
                </a:rPr>
                <a:t>IoU &lt; 50%</a:t>
              </a:r>
              <a:r>
                <a:rPr lang="zh-CN" altLang="en-US" sz="1400" dirty="0">
                  <a:solidFill>
                    <a:srgbClr val="5D6D7E"/>
                  </a:solidFill>
                  <a:latin typeface="MiSans" pitchFamily="34" charset="-122"/>
                  <a:ea typeface="MiSans" pitchFamily="34" charset="-122"/>
                  <a:cs typeface="MiSans" pitchFamily="34" charset="-120"/>
                </a:rPr>
                <a:t>：得</a:t>
              </a:r>
              <a:r>
                <a:rPr lang="en-US" altLang="zh-CN" sz="1400" dirty="0">
                  <a:solidFill>
                    <a:srgbClr val="5D6D7E"/>
                  </a:solidFill>
                  <a:latin typeface="MiSans" pitchFamily="34" charset="-122"/>
                  <a:ea typeface="MiSans" pitchFamily="34" charset="-122"/>
                  <a:cs typeface="MiSans" pitchFamily="34" charset="-120"/>
                </a:rPr>
                <a:t> 0</a:t>
              </a:r>
              <a:r>
                <a:rPr lang="zh-CN" altLang="en-US" sz="1400" dirty="0">
                  <a:solidFill>
                    <a:srgbClr val="5D6D7E"/>
                  </a:solidFill>
                  <a:latin typeface="MiSans" pitchFamily="34" charset="-122"/>
                  <a:ea typeface="MiSans" pitchFamily="34" charset="-122"/>
                  <a:cs typeface="MiSans" pitchFamily="34" charset="-120"/>
                </a:rPr>
                <a:t>分（存在大面积漏打，未达到全视网膜光凝的标准）</a:t>
              </a:r>
              <a:endParaRPr lang="zh-CN" altLang="en-US" sz="1400" dirty="0">
                <a:solidFill>
                  <a:srgbClr val="5D6D7E"/>
                </a:solidFill>
                <a:latin typeface="MiSans" pitchFamily="34" charset="-122"/>
                <a:ea typeface="MiSans" pitchFamily="34" charset="-122"/>
                <a:cs typeface="MiSans" pitchFamily="34" charset="-120"/>
              </a:endParaRPr>
            </a:p>
          </p:txBody>
        </p:sp>
      </p:grpSp>
      <p:pic>
        <p:nvPicPr>
          <p:cNvPr id="34" name="334E55B0-647D-440b-865C-3EC943EB4CBC-1" descr="wpsoffice"/>
          <p:cNvPicPr>
            <a:picLocks noChangeAspect="1"/>
          </p:cNvPicPr>
          <p:nvPr/>
        </p:nvPicPr>
        <p:blipFill>
          <a:blip r:embed="rId5"/>
          <a:stretch>
            <a:fillRect/>
          </a:stretch>
        </p:blipFill>
        <p:spPr>
          <a:xfrm>
            <a:off x="633730" y="1945640"/>
            <a:ext cx="3391535" cy="650875"/>
          </a:xfrm>
          <a:prstGeom prst="rect">
            <a:avLst/>
          </a:prstGeom>
        </p:spPr>
      </p:pic>
      <p:pic>
        <p:nvPicPr>
          <p:cNvPr id="35" name="334E55B0-647D-440b-865C-3EC943EB4CBC-2" descr="/Users/ericfeng/Library/Containers/com.kingsoft.wpsoffice.mac/Data/tmp/wpsoffice.IJVEqLwpsoffice"/>
          <p:cNvPicPr>
            <a:picLocks noChangeAspect="1"/>
          </p:cNvPicPr>
          <p:nvPr/>
        </p:nvPicPr>
        <p:blipFill>
          <a:blip r:embed="rId6"/>
          <a:stretch>
            <a:fillRect/>
          </a:stretch>
        </p:blipFill>
        <p:spPr>
          <a:xfrm>
            <a:off x="633730" y="3917315"/>
            <a:ext cx="3181985" cy="480060"/>
          </a:xfrm>
          <a:prstGeom prst="rect">
            <a:avLst/>
          </a:prstGeom>
        </p:spPr>
      </p:pic>
      <p:pic>
        <p:nvPicPr>
          <p:cNvPr id="36" name="图片 35"/>
          <p:cNvPicPr>
            <a:picLocks noChangeAspect="1"/>
          </p:cNvPicPr>
          <p:nvPr/>
        </p:nvPicPr>
        <p:blipFill>
          <a:blip r:embed="rId7"/>
          <a:stretch>
            <a:fillRect/>
          </a:stretch>
        </p:blipFill>
        <p:spPr>
          <a:xfrm>
            <a:off x="5543550" y="1767840"/>
            <a:ext cx="1943100" cy="1943100"/>
          </a:xfrm>
          <a:prstGeom prst="rect">
            <a:avLst/>
          </a:prstGeom>
        </p:spPr>
      </p:pic>
      <p:sp>
        <p:nvSpPr>
          <p:cNvPr id="37" name="Text 8"/>
          <p:cNvSpPr/>
          <p:nvPr>
            <p:custDataLst>
              <p:tags r:id="rId8"/>
            </p:custDataLst>
          </p:nvPr>
        </p:nvSpPr>
        <p:spPr>
          <a:xfrm>
            <a:off x="4888865" y="3888105"/>
            <a:ext cx="3862705" cy="1188720"/>
          </a:xfrm>
          <a:prstGeom prst="rect">
            <a:avLst/>
          </a:prstGeom>
          <a:noFill/>
        </p:spPr>
        <p:txBody>
          <a:bodyPr wrap="square" lIns="0" tIns="0" rIns="0" bIns="0" rtlCol="0" anchor="t" anchorCtr="0"/>
          <a:lstStyle/>
          <a:p>
            <a:pPr>
              <a:lnSpc>
                <a:spcPct val="140000"/>
              </a:lnSpc>
            </a:pPr>
            <a:r>
              <a:rPr lang="zh-CN" altLang="en-US" sz="1200" b="1" dirty="0">
                <a:solidFill>
                  <a:srgbClr val="FF0000"/>
                </a:solidFill>
                <a:latin typeface="MiSans" pitchFamily="34" charset="-122"/>
                <a:ea typeface="MiSans" pitchFamily="34" charset="-122"/>
                <a:cs typeface="MiSans" pitchFamily="34" charset="-120"/>
              </a:rPr>
              <a:t>医疗事故红线（黄斑/视盘终止）</a:t>
            </a:r>
            <a:endParaRPr lang="zh-CN" altLang="en-US" sz="1200" b="1" dirty="0">
              <a:solidFill>
                <a:srgbClr val="FF0000"/>
              </a:solidFill>
              <a:latin typeface="MiSans" pitchFamily="34" charset="-122"/>
              <a:ea typeface="MiSans" pitchFamily="34" charset="-122"/>
              <a:cs typeface="MiSans" pitchFamily="34" charset="-120"/>
            </a:endParaRPr>
          </a:p>
          <a:p>
            <a:pPr>
              <a:lnSpc>
                <a:spcPct val="140000"/>
              </a:lnSpc>
            </a:pPr>
            <a:r>
              <a:rPr lang="zh-CN" altLang="en-US" sz="1000" dirty="0">
                <a:solidFill>
                  <a:srgbClr val="ED8E84"/>
                </a:solidFill>
                <a:latin typeface="MiSans" pitchFamily="34" charset="-122"/>
                <a:ea typeface="MiSans" pitchFamily="34" charset="-122"/>
                <a:cs typeface="MiSans" pitchFamily="34" charset="-120"/>
              </a:rPr>
              <a:t>一旦任何光斑覆盖到黄斑中心凹或视盘区域（危险区掩码内的区域），系统立即触发</a:t>
            </a:r>
            <a:r>
              <a:rPr lang="en-US" altLang="zh-CN" sz="1000" dirty="0">
                <a:solidFill>
                  <a:srgbClr val="ED8E84"/>
                </a:solidFill>
                <a:latin typeface="MiSans" pitchFamily="34" charset="-122"/>
                <a:ea typeface="MiSans" pitchFamily="34" charset="-122"/>
                <a:cs typeface="MiSans" pitchFamily="34" charset="-120"/>
              </a:rPr>
              <a:t>"</a:t>
            </a:r>
            <a:r>
              <a:rPr lang="zh-CN" altLang="en-US" sz="1000" dirty="0">
                <a:solidFill>
                  <a:srgbClr val="ED8E84"/>
                </a:solidFill>
                <a:latin typeface="MiSans" pitchFamily="34" charset="-122"/>
                <a:ea typeface="MiSans" pitchFamily="34" charset="-122"/>
                <a:cs typeface="MiSans" pitchFamily="34" charset="-120"/>
              </a:rPr>
              <a:t>严重医疗事故</a:t>
            </a:r>
            <a:r>
              <a:rPr lang="en-US" altLang="zh-CN" sz="1000" dirty="0">
                <a:solidFill>
                  <a:srgbClr val="ED8E84"/>
                </a:solidFill>
                <a:latin typeface="MiSans" pitchFamily="34" charset="-122"/>
                <a:ea typeface="MiSans" pitchFamily="34" charset="-122"/>
                <a:cs typeface="MiSans" pitchFamily="34" charset="-120"/>
              </a:rPr>
              <a:t>"</a:t>
            </a:r>
            <a:r>
              <a:rPr lang="zh-CN" altLang="en-US" sz="1000" dirty="0">
                <a:solidFill>
                  <a:srgbClr val="ED8E84"/>
                </a:solidFill>
                <a:latin typeface="MiSans" pitchFamily="34" charset="-122"/>
                <a:ea typeface="MiSans" pitchFamily="34" charset="-122"/>
                <a:cs typeface="MiSans" pitchFamily="34" charset="-120"/>
              </a:rPr>
              <a:t>红屏警告，直接结束本次模拟。</a:t>
            </a:r>
            <a:endParaRPr lang="zh-CN" altLang="en-US" sz="1000" dirty="0">
              <a:solidFill>
                <a:srgbClr val="ED8E84"/>
              </a:solidFill>
              <a:latin typeface="MiSans" pitchFamily="34" charset="-122"/>
              <a:ea typeface="MiSans" pitchFamily="34" charset="-122"/>
              <a:cs typeface="MiSans" pitchFamily="34" charset="-120"/>
            </a:endParaRPr>
          </a:p>
          <a:p>
            <a:pPr>
              <a:lnSpc>
                <a:spcPct val="140000"/>
              </a:lnSpc>
            </a:pPr>
            <a:r>
              <a:rPr lang="zh-CN" altLang="en-US" sz="1200" b="1" dirty="0">
                <a:solidFill>
                  <a:srgbClr val="FF0000"/>
                </a:solidFill>
                <a:latin typeface="MiSans" pitchFamily="34" charset="-122"/>
                <a:ea typeface="MiSans" pitchFamily="34" charset="-122"/>
                <a:cs typeface="MiSans" pitchFamily="34" charset="-120"/>
                <a:sym typeface="+mn-ea"/>
              </a:rPr>
              <a:t>视网膜大血管扣分</a:t>
            </a:r>
            <a:endParaRPr lang="zh-CN" altLang="en-US" sz="1200" b="1" dirty="0">
              <a:solidFill>
                <a:srgbClr val="FF0000"/>
              </a:solidFill>
              <a:latin typeface="MiSans" pitchFamily="34" charset="-122"/>
              <a:ea typeface="MiSans" pitchFamily="34" charset="-122"/>
              <a:cs typeface="MiSans" pitchFamily="34" charset="-120"/>
              <a:sym typeface="+mn-ea"/>
            </a:endParaRPr>
          </a:p>
          <a:p>
            <a:pPr>
              <a:lnSpc>
                <a:spcPct val="140000"/>
              </a:lnSpc>
            </a:pPr>
            <a:r>
              <a:rPr lang="zh-CN" altLang="en-US" sz="1000" dirty="0">
                <a:solidFill>
                  <a:srgbClr val="ED8E84"/>
                </a:solidFill>
                <a:latin typeface="MiSans" pitchFamily="34" charset="-122"/>
                <a:ea typeface="MiSans" pitchFamily="34" charset="-122"/>
                <a:cs typeface="MiSans" pitchFamily="34" charset="-120"/>
              </a:rPr>
              <a:t>每有一个触碰到大血管的光斑在维度</a:t>
            </a:r>
            <a:r>
              <a:rPr lang="en-US" altLang="zh-CN" sz="1000" dirty="0">
                <a:solidFill>
                  <a:srgbClr val="ED8E84"/>
                </a:solidFill>
                <a:latin typeface="MiSans" pitchFamily="34" charset="-122"/>
                <a:ea typeface="MiSans" pitchFamily="34" charset="-122"/>
                <a:cs typeface="MiSans" pitchFamily="34" charset="-120"/>
              </a:rPr>
              <a:t>1</a:t>
            </a:r>
            <a:r>
              <a:rPr lang="zh-CN" altLang="en-US" sz="1000" dirty="0">
                <a:solidFill>
                  <a:srgbClr val="ED8E84"/>
                </a:solidFill>
                <a:latin typeface="MiSans" pitchFamily="34" charset="-122"/>
                <a:ea typeface="MiSans" pitchFamily="34" charset="-122"/>
                <a:cs typeface="MiSans" pitchFamily="34" charset="-120"/>
              </a:rPr>
              <a:t>的</a:t>
            </a:r>
            <a:r>
              <a:rPr lang="zh-CN" altLang="en-US" sz="1000" dirty="0">
                <a:solidFill>
                  <a:srgbClr val="ED8E84"/>
                </a:solidFill>
                <a:latin typeface="MiSans" pitchFamily="34" charset="-122"/>
                <a:ea typeface="MiSans" pitchFamily="34" charset="-122"/>
                <a:cs typeface="MiSans" pitchFamily="34" charset="-120"/>
              </a:rPr>
              <a:t>分数中扣</a:t>
            </a:r>
            <a:r>
              <a:rPr lang="en-US" altLang="zh-CN" sz="1000" dirty="0">
                <a:solidFill>
                  <a:srgbClr val="ED8E84"/>
                </a:solidFill>
                <a:latin typeface="MiSans" pitchFamily="34" charset="-122"/>
                <a:ea typeface="MiSans" pitchFamily="34" charset="-122"/>
                <a:cs typeface="MiSans" pitchFamily="34" charset="-120"/>
              </a:rPr>
              <a:t>5</a:t>
            </a:r>
            <a:r>
              <a:rPr lang="zh-CN" altLang="en-US" sz="1000" dirty="0">
                <a:solidFill>
                  <a:srgbClr val="ED8E84"/>
                </a:solidFill>
                <a:latin typeface="MiSans" pitchFamily="34" charset="-122"/>
                <a:ea typeface="MiSans" pitchFamily="34" charset="-122"/>
                <a:cs typeface="MiSans" pitchFamily="34" charset="-120"/>
              </a:rPr>
              <a:t>分</a:t>
            </a:r>
            <a:endParaRPr lang="zh-CN" altLang="en-US" sz="1000" dirty="0">
              <a:solidFill>
                <a:srgbClr val="ED8E84"/>
              </a:solidFill>
              <a:latin typeface="MiSans" pitchFamily="34" charset="-122"/>
              <a:ea typeface="MiSans" pitchFamily="34" charset="-122"/>
              <a:cs typeface="MiSans" pitchFamily="34" charset="-120"/>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85750" y="314325"/>
            <a:ext cx="57150" cy="228600"/>
          </a:xfrm>
          <a:custGeom>
            <a:avLst/>
            <a:gdLst/>
            <a:ahLst/>
            <a:cxnLst/>
            <a:rect l="l" t="t" r="r" b="b"/>
            <a:pathLst>
              <a:path w="76200" h="304800">
                <a:moveTo>
                  <a:pt x="0" y="0"/>
                </a:moveTo>
                <a:lnTo>
                  <a:pt x="76200" y="0"/>
                </a:lnTo>
                <a:lnTo>
                  <a:pt x="76200" y="304800"/>
                </a:lnTo>
                <a:lnTo>
                  <a:pt x="0" y="304800"/>
                </a:lnTo>
                <a:lnTo>
                  <a:pt x="0" y="0"/>
                </a:lnTo>
                <a:close/>
              </a:path>
            </a:pathLst>
          </a:custGeom>
          <a:solidFill>
            <a:srgbClr val="1ABC9C"/>
          </a:solidFill>
        </p:spPr>
        <p:txBody>
          <a:bodyPr/>
          <a:lstStyle/>
          <a:p>
            <a:pPr defTabSz="685800">
              <a:defRPr/>
            </a:pPr>
            <a:endParaRPr lang="zh-CN" altLang="en-US" sz="1350">
              <a:solidFill>
                <a:srgbClr val="000000"/>
              </a:solidFill>
              <a:latin typeface="Calibri"/>
              <a:ea typeface="等线" panose="02010600030101010101" pitchFamily="2" charset="-122"/>
            </a:endParaRPr>
          </a:p>
        </p:txBody>
      </p:sp>
      <p:sp>
        <p:nvSpPr>
          <p:cNvPr id="3" name="Text 1"/>
          <p:cNvSpPr/>
          <p:nvPr/>
        </p:nvSpPr>
        <p:spPr>
          <a:xfrm>
            <a:off x="428625" y="314325"/>
            <a:ext cx="3576320" cy="339725"/>
          </a:xfrm>
          <a:prstGeom prst="rect">
            <a:avLst/>
          </a:prstGeom>
          <a:noFill/>
        </p:spPr>
        <p:txBody>
          <a:bodyPr wrap="square" lIns="0" tIns="0" rIns="0" bIns="0" rtlCol="0" anchor="ctr" anchorCtr="0"/>
          <a:lstStyle/>
          <a:p>
            <a:pPr defTabSz="685800">
              <a:lnSpc>
                <a:spcPct val="90000"/>
              </a:lnSpc>
              <a:defRPr/>
            </a:pPr>
            <a:r>
              <a:rPr lang="zh-CN" altLang="en-US" sz="2025" b="1" dirty="0">
                <a:solidFill>
                  <a:srgbClr val="2C3E50"/>
                </a:solidFill>
                <a:latin typeface="MiSans" pitchFamily="34" charset="-122"/>
                <a:ea typeface="MiSans" pitchFamily="34" charset="-122"/>
                <a:cs typeface="MiSans" pitchFamily="34" charset="-120"/>
              </a:rPr>
              <a:t>维度</a:t>
            </a:r>
            <a:r>
              <a:rPr lang="en-US" altLang="zh-CN" sz="2025" b="1" dirty="0">
                <a:solidFill>
                  <a:srgbClr val="2C3E50"/>
                </a:solidFill>
                <a:latin typeface="MiSans" pitchFamily="34" charset="-122"/>
                <a:ea typeface="MiSans" pitchFamily="34" charset="-122"/>
                <a:cs typeface="MiSans" pitchFamily="34" charset="-120"/>
              </a:rPr>
              <a:t>2：</a:t>
            </a:r>
            <a:r>
              <a:rPr lang="zh-CN" altLang="en-US" sz="2025" b="1" dirty="0">
                <a:solidFill>
                  <a:srgbClr val="2C3E50"/>
                </a:solidFill>
                <a:latin typeface="MiSans" pitchFamily="34" charset="-122"/>
                <a:ea typeface="MiSans" pitchFamily="34" charset="-122"/>
                <a:cs typeface="MiSans" pitchFamily="34" charset="-120"/>
              </a:rPr>
              <a:t>强度与能量</a:t>
            </a:r>
            <a:r>
              <a:rPr lang="en-US" altLang="zh-CN" sz="2025" b="1" dirty="0">
                <a:solidFill>
                  <a:srgbClr val="2C3E50"/>
                </a:solidFill>
                <a:latin typeface="MiSans" pitchFamily="34" charset="-122"/>
                <a:ea typeface="MiSans" pitchFamily="34" charset="-122"/>
                <a:cs typeface="MiSans" pitchFamily="34" charset="-120"/>
                <a:sym typeface="+mn-ea"/>
              </a:rPr>
              <a:t>(35</a:t>
            </a:r>
            <a:r>
              <a:rPr lang="zh-CN" altLang="en-US" sz="2025" b="1" dirty="0">
                <a:solidFill>
                  <a:srgbClr val="2C3E50"/>
                </a:solidFill>
                <a:latin typeface="MiSans" pitchFamily="34" charset="-122"/>
                <a:ea typeface="MiSans" pitchFamily="34" charset="-122"/>
                <a:cs typeface="MiSans" pitchFamily="34" charset="-120"/>
                <a:sym typeface="+mn-ea"/>
              </a:rPr>
              <a:t>分</a:t>
            </a:r>
            <a:r>
              <a:rPr lang="en-US" altLang="zh-CN" sz="2025" b="1" dirty="0">
                <a:solidFill>
                  <a:srgbClr val="2C3E50"/>
                </a:solidFill>
                <a:latin typeface="MiSans" pitchFamily="34" charset="-122"/>
                <a:ea typeface="MiSans" pitchFamily="34" charset="-122"/>
                <a:cs typeface="MiSans" pitchFamily="34" charset="-120"/>
                <a:sym typeface="+mn-ea"/>
              </a:rPr>
              <a:t>)</a:t>
            </a:r>
            <a:endParaRPr lang="zh-CN" altLang="en-US" sz="2025" b="1" dirty="0">
              <a:solidFill>
                <a:srgbClr val="2C3E50"/>
              </a:solidFill>
              <a:latin typeface="MiSans" pitchFamily="34" charset="-122"/>
              <a:ea typeface="MiSans" pitchFamily="34" charset="-122"/>
              <a:cs typeface="MiSans" pitchFamily="34" charset="-120"/>
            </a:endParaRPr>
          </a:p>
        </p:txBody>
      </p:sp>
      <p:sp>
        <p:nvSpPr>
          <p:cNvPr id="4" name="Text 0"/>
          <p:cNvSpPr/>
          <p:nvPr/>
        </p:nvSpPr>
        <p:spPr>
          <a:xfrm>
            <a:off x="285750" y="98988"/>
            <a:ext cx="681990" cy="153670"/>
          </a:xfrm>
          <a:prstGeom prst="rect">
            <a:avLst/>
          </a:prstGeom>
          <a:noFill/>
        </p:spPr>
        <p:txBody>
          <a:bodyPr wrap="none" lIns="0" tIns="0" rIns="0" bIns="0" rtlCol="0" anchor="t">
            <a:spAutoFit/>
          </a:bodyPr>
          <a:lstStyle/>
          <a:p>
            <a:pPr marL="0" indent="0" algn="l">
              <a:lnSpc>
                <a:spcPts val="1200"/>
              </a:lnSpc>
              <a:buNone/>
            </a:pPr>
            <a:r>
              <a:rPr lang="zh-CN" altLang="en-US" sz="885" b="1" kern="0" spc="2" dirty="0">
                <a:solidFill>
                  <a:srgbClr val="3B82F6"/>
                </a:solidFill>
                <a:latin typeface="DM Sans" pitchFamily="34" charset="0"/>
                <a:ea typeface="DM Sans" pitchFamily="34" charset="-122"/>
                <a:cs typeface="DM Sans" pitchFamily="34" charset="-120"/>
                <a:sym typeface="+mn-ea"/>
              </a:rPr>
              <a:t>评分系统介绍</a:t>
            </a:r>
            <a:endParaRPr lang="en-US" sz="885" dirty="0"/>
          </a:p>
        </p:txBody>
      </p:sp>
      <p:grpSp>
        <p:nvGrpSpPr>
          <p:cNvPr id="9" name="组合 8"/>
          <p:cNvGrpSpPr/>
          <p:nvPr/>
        </p:nvGrpSpPr>
        <p:grpSpPr>
          <a:xfrm>
            <a:off x="428625" y="715645"/>
            <a:ext cx="7900670" cy="802640"/>
            <a:chOff x="919" y="1244"/>
            <a:chExt cx="12442" cy="1264"/>
          </a:xfrm>
        </p:grpSpPr>
        <p:grpSp>
          <p:nvGrpSpPr>
            <p:cNvPr id="30" name="组合 29"/>
            <p:cNvGrpSpPr/>
            <p:nvPr/>
          </p:nvGrpSpPr>
          <p:grpSpPr>
            <a:xfrm>
              <a:off x="919" y="1244"/>
              <a:ext cx="12443" cy="1264"/>
              <a:chOff x="1774" y="1884"/>
              <a:chExt cx="5423" cy="1264"/>
            </a:xfrm>
          </p:grpSpPr>
          <p:sp>
            <p:nvSpPr>
              <p:cNvPr id="22" name="Text 7"/>
              <p:cNvSpPr/>
              <p:nvPr>
                <p:custDataLst>
                  <p:tags r:id="rId1"/>
                </p:custDataLst>
              </p:nvPr>
            </p:nvSpPr>
            <p:spPr>
              <a:xfrm>
                <a:off x="1774" y="1884"/>
                <a:ext cx="5423" cy="315"/>
              </a:xfrm>
              <a:prstGeom prst="rect">
                <a:avLst/>
              </a:prstGeom>
              <a:noFill/>
            </p:spPr>
            <p:txBody>
              <a:bodyPr wrap="square" lIns="0" tIns="0" rIns="0" bIns="0" rtlCol="0" anchor="ctr"/>
              <a:lstStyle/>
              <a:p>
                <a:pPr>
                  <a:lnSpc>
                    <a:spcPct val="120000"/>
                  </a:lnSpc>
                </a:pPr>
                <a:r>
                  <a:rPr lang="en-US" altLang="zh-CN" sz="1400" b="1" dirty="0">
                    <a:solidFill>
                      <a:srgbClr val="2C3E50"/>
                    </a:solidFill>
                    <a:latin typeface="MiSans" pitchFamily="34" charset="-122"/>
                    <a:ea typeface="MiSans" pitchFamily="34" charset="-122"/>
                    <a:cs typeface="MiSans" pitchFamily="34" charset="-120"/>
                  </a:rPr>
                  <a:t>1. </a:t>
                </a:r>
                <a:r>
                  <a:rPr lang="zh-CN" altLang="en-US" sz="1400" b="1" dirty="0">
                    <a:solidFill>
                      <a:srgbClr val="2C3E50"/>
                    </a:solidFill>
                    <a:latin typeface="MiSans" pitchFamily="34" charset="-122"/>
                    <a:ea typeface="MiSans" pitchFamily="34" charset="-122"/>
                    <a:cs typeface="MiSans" pitchFamily="34" charset="-120"/>
                  </a:rPr>
                  <a:t>考核思路</a:t>
                </a:r>
                <a:endParaRPr lang="zh-CN" altLang="en-US" sz="1400" b="1" dirty="0">
                  <a:solidFill>
                    <a:srgbClr val="2C3E50"/>
                  </a:solidFill>
                  <a:latin typeface="MiSans" pitchFamily="34" charset="-122"/>
                  <a:ea typeface="MiSans" pitchFamily="34" charset="-122"/>
                  <a:cs typeface="MiSans" pitchFamily="34" charset="-120"/>
                </a:endParaRPr>
              </a:p>
            </p:txBody>
          </p:sp>
          <p:sp>
            <p:nvSpPr>
              <p:cNvPr id="26" name="Text 8"/>
              <p:cNvSpPr/>
              <p:nvPr>
                <p:custDataLst>
                  <p:tags r:id="rId2"/>
                </p:custDataLst>
              </p:nvPr>
            </p:nvSpPr>
            <p:spPr>
              <a:xfrm>
                <a:off x="1797" y="2301"/>
                <a:ext cx="5394" cy="847"/>
              </a:xfrm>
              <a:prstGeom prst="rect">
                <a:avLst/>
              </a:prstGeom>
              <a:noFill/>
            </p:spPr>
            <p:txBody>
              <a:bodyPr wrap="square" lIns="0" tIns="0" rIns="0" bIns="0" rtlCol="0" anchor="t" anchorCtr="0"/>
              <a:lstStyle/>
              <a:p>
                <a:pPr>
                  <a:lnSpc>
                    <a:spcPct val="140000"/>
                  </a:lnSpc>
                </a:pPr>
                <a:r>
                  <a:rPr lang="en-US" altLang="zh-CN" sz="1200" dirty="0">
                    <a:solidFill>
                      <a:srgbClr val="5D6D7E"/>
                    </a:solidFill>
                    <a:latin typeface="MiSans" pitchFamily="34" charset="-122"/>
                    <a:ea typeface="MiSans" pitchFamily="34" charset="-122"/>
                    <a:cs typeface="MiSans" pitchFamily="34" charset="-120"/>
                  </a:rPr>
                  <a:t>GT </a:t>
                </a:r>
                <a:r>
                  <a:rPr lang="zh-CN" altLang="en-US" sz="1200" dirty="0">
                    <a:solidFill>
                      <a:srgbClr val="5D6D7E"/>
                    </a:solidFill>
                    <a:latin typeface="MiSans" pitchFamily="34" charset="-122"/>
                    <a:ea typeface="MiSans" pitchFamily="34" charset="-122"/>
                    <a:cs typeface="MiSans" pitchFamily="34" charset="-120"/>
                  </a:rPr>
                  <a:t>侧为单一组手术参数（无逐光斑</a:t>
                </a:r>
                <a:r>
                  <a:rPr lang="en-US" altLang="zh-CN" sz="1200" dirty="0">
                    <a:solidFill>
                      <a:srgbClr val="5D6D7E"/>
                    </a:solidFill>
                    <a:latin typeface="MiSans" pitchFamily="34" charset="-122"/>
                    <a:ea typeface="MiSans" pitchFamily="34" charset="-122"/>
                    <a:cs typeface="MiSans" pitchFamily="34" charset="-120"/>
                  </a:rPr>
                  <a:t> ID</a:t>
                </a:r>
                <a:r>
                  <a:rPr lang="zh-CN" altLang="en-US" sz="1200" dirty="0">
                    <a:solidFill>
                      <a:srgbClr val="5D6D7E"/>
                    </a:solidFill>
                    <a:latin typeface="MiSans" pitchFamily="34" charset="-122"/>
                    <a:ea typeface="MiSans" pitchFamily="34" charset="-122"/>
                    <a:cs typeface="MiSans" pitchFamily="34" charset="-120"/>
                  </a:rPr>
                  <a:t>，所有参考点共用同一套标定值）。玩家侧对每个光斑记录</a:t>
                </a:r>
                <a:r>
                  <a:rPr lang="en-US" altLang="zh-CN" sz="1200" dirty="0">
                    <a:solidFill>
                      <a:srgbClr val="5D6D7E"/>
                    </a:solidFill>
                    <a:latin typeface="MiSans" pitchFamily="34" charset="-122"/>
                    <a:ea typeface="MiSans" pitchFamily="34" charset="-122"/>
                    <a:cs typeface="MiSans" pitchFamily="34" charset="-120"/>
                  </a:rPr>
                  <a:t> `[</a:t>
                </a:r>
                <a:r>
                  <a:rPr lang="zh-CN" altLang="en-US" sz="1200" dirty="0">
                    <a:solidFill>
                      <a:srgbClr val="5D6D7E"/>
                    </a:solidFill>
                    <a:latin typeface="MiSans" pitchFamily="34" charset="-122"/>
                    <a:ea typeface="MiSans" pitchFamily="34" charset="-122"/>
                    <a:cs typeface="MiSans" pitchFamily="34" charset="-120"/>
                  </a:rPr>
                  <a:t>功率</a:t>
                </a:r>
                <a:r>
                  <a:rPr lang="en-US" altLang="zh-CN" sz="1200" dirty="0">
                    <a:solidFill>
                      <a:srgbClr val="5D6D7E"/>
                    </a:solidFill>
                    <a:latin typeface="MiSans" pitchFamily="34" charset="-122"/>
                    <a:ea typeface="MiSans" pitchFamily="34" charset="-122"/>
                    <a:cs typeface="MiSans" pitchFamily="34" charset="-120"/>
                  </a:rPr>
                  <a:t>, </a:t>
                </a:r>
                <a:r>
                  <a:rPr lang="zh-CN" altLang="en-US" sz="1200" dirty="0">
                    <a:solidFill>
                      <a:srgbClr val="5D6D7E"/>
                    </a:solidFill>
                    <a:latin typeface="MiSans" pitchFamily="34" charset="-122"/>
                    <a:ea typeface="MiSans" pitchFamily="34" charset="-122"/>
                    <a:cs typeface="MiSans" pitchFamily="34" charset="-120"/>
                  </a:rPr>
                  <a:t>光斑大小</a:t>
                </a:r>
                <a:r>
                  <a:rPr lang="en-US" altLang="zh-CN" sz="1200" dirty="0">
                    <a:solidFill>
                      <a:srgbClr val="5D6D7E"/>
                    </a:solidFill>
                    <a:latin typeface="MiSans" pitchFamily="34" charset="-122"/>
                    <a:ea typeface="MiSans" pitchFamily="34" charset="-122"/>
                    <a:cs typeface="MiSans" pitchFamily="34" charset="-120"/>
                  </a:rPr>
                  <a:t>, </a:t>
                </a:r>
                <a:r>
                  <a:rPr lang="zh-CN" altLang="en-US" sz="1200" dirty="0">
                    <a:solidFill>
                      <a:srgbClr val="5D6D7E"/>
                    </a:solidFill>
                    <a:latin typeface="MiSans" pitchFamily="34" charset="-122"/>
                    <a:ea typeface="MiSans" pitchFamily="34" charset="-122"/>
                    <a:cs typeface="MiSans" pitchFamily="34" charset="-120"/>
                  </a:rPr>
                  <a:t>时间</a:t>
                </a:r>
                <a:r>
                  <a:rPr lang="en-US" altLang="zh-CN" sz="1200" dirty="0">
                    <a:solidFill>
                      <a:srgbClr val="5D6D7E"/>
                    </a:solidFill>
                    <a:latin typeface="MiSans" pitchFamily="34" charset="-122"/>
                    <a:ea typeface="MiSans" pitchFamily="34" charset="-122"/>
                    <a:cs typeface="MiSans" pitchFamily="34" charset="-120"/>
                  </a:rPr>
                  <a:t>, </a:t>
                </a:r>
                <a:r>
                  <a:rPr lang="zh-CN" altLang="en-US" sz="1200" dirty="0">
                    <a:solidFill>
                      <a:srgbClr val="5D6D7E"/>
                    </a:solidFill>
                    <a:latin typeface="MiSans" pitchFamily="34" charset="-122"/>
                    <a:ea typeface="MiSans" pitchFamily="34" charset="-122"/>
                    <a:cs typeface="MiSans" pitchFamily="34" charset="-120"/>
                  </a:rPr>
                  <a:t>波长</a:t>
                </a:r>
                <a:r>
                  <a:rPr lang="en-US" altLang="zh-CN" sz="1200" dirty="0">
                    <a:solidFill>
                      <a:srgbClr val="5D6D7E"/>
                    </a:solidFill>
                    <a:latin typeface="MiSans" pitchFamily="34" charset="-122"/>
                    <a:ea typeface="MiSans" pitchFamily="34" charset="-122"/>
                    <a:cs typeface="MiSans" pitchFamily="34" charset="-120"/>
                  </a:rPr>
                  <a:t>, …]`</a:t>
                </a:r>
                <a:r>
                  <a:rPr lang="zh-CN" altLang="en-US" sz="1200" dirty="0">
                    <a:solidFill>
                      <a:srgbClr val="5D6D7E"/>
                    </a:solidFill>
                    <a:latin typeface="MiSans" pitchFamily="34" charset="-122"/>
                    <a:ea typeface="MiSans" pitchFamily="34" charset="-122"/>
                    <a:cs typeface="MiSans" pitchFamily="34" charset="-120"/>
                  </a:rPr>
                  <a:t>。先剔除试打，再对剩余光斑在四个标量上分别求算术平均</a:t>
                </a:r>
                <a:r>
                  <a:rPr lang="en-US" altLang="zh-CN" sz="1200" dirty="0">
                    <a:solidFill>
                      <a:srgbClr val="5D6D7E"/>
                    </a:solidFill>
                    <a:latin typeface="MiSans" pitchFamily="34" charset="-122"/>
                    <a:ea typeface="MiSans" pitchFamily="34" charset="-122"/>
                    <a:cs typeface="MiSans" pitchFamily="34" charset="-120"/>
                  </a:rPr>
                  <a:t>     </a:t>
                </a:r>
                <a:r>
                  <a:rPr lang="zh-CN" altLang="en-US" sz="1200" dirty="0">
                    <a:solidFill>
                      <a:srgbClr val="5D6D7E"/>
                    </a:solidFill>
                    <a:latin typeface="MiSans" pitchFamily="34" charset="-122"/>
                    <a:ea typeface="MiSans" pitchFamily="34" charset="-122"/>
                    <a:cs typeface="MiSans" pitchFamily="34" charset="-120"/>
                  </a:rPr>
                  <a:t>，与</a:t>
                </a:r>
                <a:r>
                  <a:rPr lang="en-US" altLang="zh-CN" sz="1200" dirty="0">
                    <a:solidFill>
                      <a:srgbClr val="5D6D7E"/>
                    </a:solidFill>
                    <a:latin typeface="MiSans" pitchFamily="34" charset="-122"/>
                    <a:ea typeface="MiSans" pitchFamily="34" charset="-122"/>
                    <a:cs typeface="MiSans" pitchFamily="34" charset="-120"/>
                  </a:rPr>
                  <a:t> GT </a:t>
                </a:r>
                <a:r>
                  <a:rPr lang="zh-CN" altLang="en-US" sz="1200" dirty="0">
                    <a:solidFill>
                      <a:srgbClr val="5D6D7E"/>
                    </a:solidFill>
                    <a:latin typeface="MiSans" pitchFamily="34" charset="-122"/>
                    <a:ea typeface="MiSans" pitchFamily="34" charset="-122"/>
                    <a:cs typeface="MiSans" pitchFamily="34" charset="-120"/>
                  </a:rPr>
                  <a:t>标定值</a:t>
                </a:r>
                <a:r>
                  <a:rPr lang="en-US" altLang="zh-CN" sz="1200" dirty="0">
                    <a:solidFill>
                      <a:srgbClr val="5D6D7E"/>
                    </a:solidFill>
                    <a:latin typeface="MiSans" pitchFamily="34" charset="-122"/>
                    <a:ea typeface="MiSans" pitchFamily="34" charset="-122"/>
                    <a:cs typeface="MiSans" pitchFamily="34" charset="-120"/>
                  </a:rPr>
                  <a:t>    </a:t>
                </a:r>
                <a:r>
                  <a:rPr lang="zh-CN" altLang="en-US" sz="1200" dirty="0">
                    <a:solidFill>
                      <a:srgbClr val="5D6D7E"/>
                    </a:solidFill>
                    <a:latin typeface="MiSans" pitchFamily="34" charset="-122"/>
                    <a:ea typeface="MiSans" pitchFamily="34" charset="-122"/>
                    <a:cs typeface="MiSans" pitchFamily="34" charset="-120"/>
                  </a:rPr>
                  <a:t>对比；越接近越好。</a:t>
                </a:r>
                <a:endParaRPr lang="zh-CN" altLang="en-US" sz="1200" dirty="0">
                  <a:solidFill>
                    <a:srgbClr val="5D6D7E"/>
                  </a:solidFill>
                  <a:latin typeface="MiSans" pitchFamily="34" charset="-122"/>
                  <a:ea typeface="MiSans" pitchFamily="34" charset="-122"/>
                  <a:cs typeface="MiSans" pitchFamily="34" charset="-120"/>
                </a:endParaRPr>
              </a:p>
            </p:txBody>
          </p:sp>
        </p:grpSp>
        <p:grpSp>
          <p:nvGrpSpPr>
            <p:cNvPr id="8" name="组合 7"/>
            <p:cNvGrpSpPr/>
            <p:nvPr/>
          </p:nvGrpSpPr>
          <p:grpSpPr>
            <a:xfrm>
              <a:off x="8884" y="2174"/>
              <a:ext cx="2368" cy="242"/>
              <a:chOff x="8884" y="2174"/>
              <a:chExt cx="2368" cy="242"/>
            </a:xfrm>
          </p:grpSpPr>
          <p:pic>
            <p:nvPicPr>
              <p:cNvPr id="6" name="334E55B0-647D-440b-865C-3EC943EB4CBC-3" descr="wpsoffice"/>
              <p:cNvPicPr>
                <a:picLocks noChangeAspect="1"/>
              </p:cNvPicPr>
              <p:nvPr/>
            </p:nvPicPr>
            <p:blipFill>
              <a:blip r:embed="rId3"/>
              <a:stretch>
                <a:fillRect/>
              </a:stretch>
            </p:blipFill>
            <p:spPr>
              <a:xfrm>
                <a:off x="8884" y="2174"/>
                <a:ext cx="289" cy="242"/>
              </a:xfrm>
              <a:prstGeom prst="rect">
                <a:avLst/>
              </a:prstGeom>
              <a:noFill/>
            </p:spPr>
          </p:pic>
          <p:pic>
            <p:nvPicPr>
              <p:cNvPr id="7" name="334E55B0-647D-440b-865C-3EC943EB4CBC-4" descr="wpsoffice"/>
              <p:cNvPicPr>
                <a:picLocks noChangeAspect="1"/>
              </p:cNvPicPr>
              <p:nvPr/>
            </p:nvPicPr>
            <p:blipFill>
              <a:blip r:embed="rId4"/>
              <a:stretch>
                <a:fillRect/>
              </a:stretch>
            </p:blipFill>
            <p:spPr>
              <a:xfrm>
                <a:off x="10964" y="2200"/>
                <a:ext cx="289" cy="217"/>
              </a:xfrm>
              <a:prstGeom prst="rect">
                <a:avLst/>
              </a:prstGeom>
            </p:spPr>
          </p:pic>
        </p:grpSp>
      </p:grpSp>
      <p:grpSp>
        <p:nvGrpSpPr>
          <p:cNvPr id="38" name="组合 37"/>
          <p:cNvGrpSpPr/>
          <p:nvPr/>
        </p:nvGrpSpPr>
        <p:grpSpPr>
          <a:xfrm>
            <a:off x="420370" y="1599565"/>
            <a:ext cx="7901305" cy="603885"/>
            <a:chOff x="676" y="2588"/>
            <a:chExt cx="12443" cy="951"/>
          </a:xfrm>
        </p:grpSpPr>
        <p:grpSp>
          <p:nvGrpSpPr>
            <p:cNvPr id="37" name="组合 36"/>
            <p:cNvGrpSpPr/>
            <p:nvPr/>
          </p:nvGrpSpPr>
          <p:grpSpPr>
            <a:xfrm>
              <a:off x="676" y="2588"/>
              <a:ext cx="12443" cy="951"/>
              <a:chOff x="676" y="2588"/>
              <a:chExt cx="12443" cy="951"/>
            </a:xfrm>
          </p:grpSpPr>
          <p:grpSp>
            <p:nvGrpSpPr>
              <p:cNvPr id="12" name="组合 11"/>
              <p:cNvGrpSpPr/>
              <p:nvPr/>
            </p:nvGrpSpPr>
            <p:grpSpPr>
              <a:xfrm rot="0">
                <a:off x="676" y="2588"/>
                <a:ext cx="12443" cy="951"/>
                <a:chOff x="1774" y="1884"/>
                <a:chExt cx="5423" cy="951"/>
              </a:xfrm>
            </p:grpSpPr>
            <p:sp>
              <p:nvSpPr>
                <p:cNvPr id="13" name="Text 7"/>
                <p:cNvSpPr/>
                <p:nvPr>
                  <p:custDataLst>
                    <p:tags r:id="rId5"/>
                  </p:custDataLst>
                </p:nvPr>
              </p:nvSpPr>
              <p:spPr>
                <a:xfrm>
                  <a:off x="1774" y="1884"/>
                  <a:ext cx="5423" cy="315"/>
                </a:xfrm>
                <a:prstGeom prst="rect">
                  <a:avLst/>
                </a:prstGeom>
                <a:noFill/>
              </p:spPr>
              <p:txBody>
                <a:bodyPr wrap="square" lIns="0" tIns="0" rIns="0" bIns="0" rtlCol="0" anchor="ctr"/>
                <a:lstStyle/>
                <a:p>
                  <a:pPr>
                    <a:lnSpc>
                      <a:spcPct val="120000"/>
                    </a:lnSpc>
                  </a:pPr>
                  <a:r>
                    <a:rPr lang="en-US" altLang="zh-CN" sz="1400" b="1" dirty="0">
                      <a:solidFill>
                        <a:srgbClr val="2C3E50"/>
                      </a:solidFill>
                      <a:latin typeface="MiSans" pitchFamily="34" charset="-122"/>
                      <a:ea typeface="MiSans" pitchFamily="34" charset="-122"/>
                      <a:cs typeface="MiSans" pitchFamily="34" charset="-120"/>
                    </a:rPr>
                    <a:t>2. </a:t>
                  </a:r>
                  <a:r>
                    <a:rPr lang="zh-CN" altLang="en-US" sz="1400" b="1" dirty="0">
                      <a:solidFill>
                        <a:srgbClr val="2C3E50"/>
                      </a:solidFill>
                      <a:latin typeface="MiSans" pitchFamily="34" charset="-122"/>
                      <a:ea typeface="MiSans" pitchFamily="34" charset="-122"/>
                      <a:cs typeface="MiSans" pitchFamily="34" charset="-120"/>
                    </a:rPr>
                    <a:t>符号</a:t>
                  </a:r>
                  <a:r>
                    <a:rPr lang="zh-CN" altLang="en-US" sz="1400" b="1" dirty="0">
                      <a:solidFill>
                        <a:srgbClr val="2C3E50"/>
                      </a:solidFill>
                      <a:latin typeface="MiSans" pitchFamily="34" charset="-122"/>
                      <a:ea typeface="MiSans" pitchFamily="34" charset="-122"/>
                      <a:cs typeface="MiSans" pitchFamily="34" charset="-120"/>
                    </a:rPr>
                    <a:t>约定</a:t>
                  </a:r>
                  <a:endParaRPr lang="zh-CN" altLang="en-US" sz="1400" b="1" dirty="0">
                    <a:solidFill>
                      <a:srgbClr val="2C3E50"/>
                    </a:solidFill>
                    <a:latin typeface="MiSans" pitchFamily="34" charset="-122"/>
                    <a:ea typeface="MiSans" pitchFamily="34" charset="-122"/>
                    <a:cs typeface="MiSans" pitchFamily="34" charset="-120"/>
                  </a:endParaRPr>
                </a:p>
              </p:txBody>
            </p:sp>
            <p:sp>
              <p:nvSpPr>
                <p:cNvPr id="14" name="Text 8"/>
                <p:cNvSpPr/>
                <p:nvPr>
                  <p:custDataLst>
                    <p:tags r:id="rId6"/>
                  </p:custDataLst>
                </p:nvPr>
              </p:nvSpPr>
              <p:spPr>
                <a:xfrm>
                  <a:off x="1797" y="2301"/>
                  <a:ext cx="5394" cy="534"/>
                </a:xfrm>
                <a:prstGeom prst="rect">
                  <a:avLst/>
                </a:prstGeom>
                <a:noFill/>
              </p:spPr>
              <p:txBody>
                <a:bodyPr wrap="square" lIns="0" tIns="0" rIns="0" bIns="0" rtlCol="0" anchor="t" anchorCtr="0"/>
                <a:lstStyle/>
                <a:p>
                  <a:pPr>
                    <a:lnSpc>
                      <a:spcPct val="140000"/>
                    </a:lnSpc>
                  </a:pPr>
                  <a:r>
                    <a:rPr lang="en-US" altLang="zh-CN" sz="1200" dirty="0">
                      <a:solidFill>
                        <a:srgbClr val="5D6D7E"/>
                      </a:solidFill>
                      <a:latin typeface="MiSans" pitchFamily="34" charset="-122"/>
                      <a:ea typeface="MiSans" pitchFamily="34" charset="-122"/>
                      <a:cs typeface="MiSans" pitchFamily="34" charset="-120"/>
                    </a:rPr>
                    <a:t>                        </a:t>
                  </a:r>
                  <a:r>
                    <a:rPr lang="zh-CN" altLang="en-US" sz="1200" dirty="0">
                      <a:solidFill>
                        <a:srgbClr val="5D6D7E"/>
                      </a:solidFill>
                      <a:latin typeface="MiSans" pitchFamily="34" charset="-122"/>
                      <a:ea typeface="MiSans" pitchFamily="34" charset="-122"/>
                      <a:cs typeface="MiSans" pitchFamily="34" charset="-120"/>
                    </a:rPr>
                    <a:t>依次对应：功率、光斑大小、曝光时间、波长</a:t>
                  </a:r>
                  <a:r>
                    <a:rPr lang="en-US" altLang="zh-CN" sz="1200" dirty="0">
                      <a:solidFill>
                        <a:srgbClr val="5D6D7E"/>
                      </a:solidFill>
                      <a:latin typeface="MiSans" pitchFamily="34" charset="-122"/>
                      <a:ea typeface="MiSans" pitchFamily="34" charset="-122"/>
                      <a:cs typeface="MiSans" pitchFamily="34" charset="-120"/>
                    </a:rPr>
                    <a:t>。   </a:t>
                  </a:r>
                  <a:r>
                    <a:rPr lang="zh-CN" altLang="en-US" sz="1200" dirty="0">
                      <a:solidFill>
                        <a:srgbClr val="5D6D7E"/>
                      </a:solidFill>
                      <a:latin typeface="MiSans" pitchFamily="34" charset="-122"/>
                      <a:ea typeface="MiSans" pitchFamily="34" charset="-122"/>
                      <a:cs typeface="MiSans" pitchFamily="34" charset="-120"/>
                    </a:rPr>
                    <a:t>防除零小常数（取该维度典型量纲的</a:t>
                  </a:r>
                  <a:r>
                    <a:rPr lang="en-US" altLang="zh-CN" sz="1200" dirty="0">
                      <a:solidFill>
                        <a:srgbClr val="5D6D7E"/>
                      </a:solidFill>
                      <a:latin typeface="MiSans" pitchFamily="34" charset="-122"/>
                      <a:ea typeface="MiSans" pitchFamily="34" charset="-122"/>
                      <a:cs typeface="MiSans" pitchFamily="34" charset="-120"/>
                    </a:rPr>
                    <a:t> 10^{-6}</a:t>
                  </a:r>
                  <a:r>
                    <a:rPr lang="zh-CN" altLang="en-US" sz="1200" dirty="0">
                      <a:solidFill>
                        <a:srgbClr val="5D6D7E"/>
                      </a:solidFill>
                      <a:latin typeface="MiSans" pitchFamily="34" charset="-122"/>
                      <a:ea typeface="MiSans" pitchFamily="34" charset="-122"/>
                      <a:cs typeface="MiSans" pitchFamily="34" charset="-120"/>
                    </a:rPr>
                    <a:t>）</a:t>
                  </a:r>
                  <a:endParaRPr lang="zh-CN" altLang="en-US" sz="1200" dirty="0">
                    <a:solidFill>
                      <a:srgbClr val="5D6D7E"/>
                    </a:solidFill>
                    <a:latin typeface="MiSans" pitchFamily="34" charset="-122"/>
                    <a:ea typeface="MiSans" pitchFamily="34" charset="-122"/>
                    <a:cs typeface="MiSans" pitchFamily="34" charset="-120"/>
                  </a:endParaRPr>
                </a:p>
              </p:txBody>
            </p:sp>
          </p:grpSp>
          <p:pic>
            <p:nvPicPr>
              <p:cNvPr id="18" name="334E55B0-647D-440b-865C-3EC943EB4CBC-6" descr="wpsoffice"/>
              <p:cNvPicPr>
                <a:picLocks noChangeAspect="1"/>
              </p:cNvPicPr>
              <p:nvPr/>
            </p:nvPicPr>
            <p:blipFill>
              <a:blip r:embed="rId7"/>
              <a:stretch>
                <a:fillRect/>
              </a:stretch>
            </p:blipFill>
            <p:spPr>
              <a:xfrm>
                <a:off x="780" y="3101"/>
                <a:ext cx="1791" cy="299"/>
              </a:xfrm>
              <a:prstGeom prst="rect">
                <a:avLst/>
              </a:prstGeom>
            </p:spPr>
          </p:pic>
        </p:grpSp>
        <p:pic>
          <p:nvPicPr>
            <p:cNvPr id="19" name="334E55B0-647D-440b-865C-3EC943EB4CBC-7" descr="wpsoffice"/>
            <p:cNvPicPr>
              <a:picLocks noChangeAspect="1"/>
            </p:cNvPicPr>
            <p:nvPr/>
          </p:nvPicPr>
          <p:blipFill>
            <a:blip r:embed="rId8"/>
            <a:stretch>
              <a:fillRect/>
            </a:stretch>
          </p:blipFill>
          <p:spPr>
            <a:xfrm>
              <a:off x="7605" y="3143"/>
              <a:ext cx="289" cy="216"/>
            </a:xfrm>
            <a:prstGeom prst="rect">
              <a:avLst/>
            </a:prstGeom>
          </p:spPr>
        </p:pic>
      </p:grpSp>
      <p:sp>
        <p:nvSpPr>
          <p:cNvPr id="23" name="Text 7"/>
          <p:cNvSpPr/>
          <p:nvPr>
            <p:custDataLst>
              <p:tags r:id="rId9"/>
            </p:custDataLst>
          </p:nvPr>
        </p:nvSpPr>
        <p:spPr>
          <a:xfrm>
            <a:off x="417195" y="2284730"/>
            <a:ext cx="1687195" cy="206375"/>
          </a:xfrm>
          <a:prstGeom prst="rect">
            <a:avLst/>
          </a:prstGeom>
          <a:noFill/>
        </p:spPr>
        <p:txBody>
          <a:bodyPr wrap="square" lIns="0" tIns="0" rIns="0" bIns="0" rtlCol="0" anchor="ctr"/>
          <a:lstStyle/>
          <a:p>
            <a:pPr>
              <a:lnSpc>
                <a:spcPct val="120000"/>
              </a:lnSpc>
            </a:pPr>
            <a:r>
              <a:rPr lang="en-US" altLang="zh-CN" sz="1400" b="1" dirty="0">
                <a:solidFill>
                  <a:srgbClr val="2C3E50"/>
                </a:solidFill>
                <a:latin typeface="MiSans" pitchFamily="34" charset="-122"/>
                <a:ea typeface="MiSans" pitchFamily="34" charset="-122"/>
                <a:cs typeface="MiSans" pitchFamily="34" charset="-120"/>
              </a:rPr>
              <a:t>3. </a:t>
            </a:r>
            <a:r>
              <a:rPr lang="zh-CN" altLang="en-US" sz="1400" b="1" dirty="0">
                <a:solidFill>
                  <a:srgbClr val="2C3E50"/>
                </a:solidFill>
                <a:latin typeface="MiSans" pitchFamily="34" charset="-122"/>
                <a:ea typeface="MiSans" pitchFamily="34" charset="-122"/>
                <a:cs typeface="MiSans" pitchFamily="34" charset="-120"/>
              </a:rPr>
              <a:t>单参数相对</a:t>
            </a:r>
            <a:r>
              <a:rPr lang="zh-CN" altLang="en-US" sz="1400" b="1" dirty="0">
                <a:solidFill>
                  <a:srgbClr val="2C3E50"/>
                </a:solidFill>
                <a:latin typeface="MiSans" pitchFamily="34" charset="-122"/>
                <a:ea typeface="MiSans" pitchFamily="34" charset="-122"/>
                <a:cs typeface="MiSans" pitchFamily="34" charset="-120"/>
              </a:rPr>
              <a:t>偏差</a:t>
            </a:r>
            <a:endParaRPr lang="zh-CN" altLang="en-US" sz="1400" b="1" dirty="0">
              <a:solidFill>
                <a:srgbClr val="2C3E50"/>
              </a:solidFill>
              <a:latin typeface="MiSans" pitchFamily="34" charset="-122"/>
              <a:ea typeface="MiSans" pitchFamily="34" charset="-122"/>
              <a:cs typeface="MiSans" pitchFamily="34" charset="-120"/>
            </a:endParaRPr>
          </a:p>
        </p:txBody>
      </p:sp>
      <p:pic>
        <p:nvPicPr>
          <p:cNvPr id="29" name="334E55B0-647D-440b-865C-3EC943EB4CBC-5" descr="wpsoffice"/>
          <p:cNvPicPr>
            <a:picLocks noChangeAspect="1"/>
          </p:cNvPicPr>
          <p:nvPr/>
        </p:nvPicPr>
        <p:blipFill>
          <a:blip r:embed="rId10"/>
          <a:stretch>
            <a:fillRect/>
          </a:stretch>
        </p:blipFill>
        <p:spPr>
          <a:xfrm>
            <a:off x="495300" y="2609850"/>
            <a:ext cx="1320800" cy="509905"/>
          </a:xfrm>
          <a:prstGeom prst="rect">
            <a:avLst/>
          </a:prstGeom>
        </p:spPr>
      </p:pic>
      <p:grpSp>
        <p:nvGrpSpPr>
          <p:cNvPr id="45" name="组合 44"/>
          <p:cNvGrpSpPr/>
          <p:nvPr/>
        </p:nvGrpSpPr>
        <p:grpSpPr>
          <a:xfrm>
            <a:off x="3082925" y="2205990"/>
            <a:ext cx="5798820" cy="1652905"/>
            <a:chOff x="4855" y="3474"/>
            <a:chExt cx="9132" cy="2603"/>
          </a:xfrm>
        </p:grpSpPr>
        <p:sp>
          <p:nvSpPr>
            <p:cNvPr id="39" name="Text 7"/>
            <p:cNvSpPr/>
            <p:nvPr>
              <p:custDataLst>
                <p:tags r:id="rId11"/>
              </p:custDataLst>
            </p:nvPr>
          </p:nvSpPr>
          <p:spPr>
            <a:xfrm>
              <a:off x="4855" y="3474"/>
              <a:ext cx="8766" cy="534"/>
            </a:xfrm>
            <a:prstGeom prst="rect">
              <a:avLst/>
            </a:prstGeom>
            <a:noFill/>
          </p:spPr>
          <p:txBody>
            <a:bodyPr wrap="square" lIns="0" tIns="0" rIns="0" bIns="0" rtlCol="0" anchor="ctr"/>
            <a:lstStyle/>
            <a:p>
              <a:pPr>
                <a:lnSpc>
                  <a:spcPct val="120000"/>
                </a:lnSpc>
              </a:pPr>
              <a:r>
                <a:rPr lang="en-US" altLang="zh-CN" sz="1400" b="1" dirty="0">
                  <a:solidFill>
                    <a:srgbClr val="2C3E50"/>
                  </a:solidFill>
                  <a:latin typeface="MiSans" pitchFamily="34" charset="-122"/>
                  <a:ea typeface="MiSans" pitchFamily="34" charset="-122"/>
                  <a:cs typeface="MiSans" pitchFamily="34" charset="-120"/>
                </a:rPr>
                <a:t>4. </a:t>
              </a:r>
              <a:r>
                <a:rPr lang="zh-CN" altLang="en-US" sz="1400" b="1" dirty="0">
                  <a:solidFill>
                    <a:srgbClr val="2C3E50"/>
                  </a:solidFill>
                  <a:latin typeface="MiSans" pitchFamily="34" charset="-122"/>
                  <a:ea typeface="MiSans" pitchFamily="34" charset="-122"/>
                  <a:cs typeface="MiSans" pitchFamily="34" charset="-120"/>
                </a:rPr>
                <a:t>单参数得分（功率项最高</a:t>
              </a:r>
              <a:r>
                <a:rPr lang="en-US" altLang="zh-CN" sz="1400" b="1" dirty="0">
                  <a:solidFill>
                    <a:srgbClr val="2C3E50"/>
                  </a:solidFill>
                  <a:latin typeface="MiSans" pitchFamily="34" charset="-122"/>
                  <a:ea typeface="MiSans" pitchFamily="34" charset="-122"/>
                  <a:cs typeface="MiSans" pitchFamily="34" charset="-120"/>
                </a:rPr>
                <a:t>11 </a:t>
              </a:r>
              <a:r>
                <a:rPr lang="zh-CN" altLang="en-US" sz="1400" b="1" dirty="0">
                  <a:solidFill>
                    <a:srgbClr val="2C3E50"/>
                  </a:solidFill>
                  <a:latin typeface="MiSans" pitchFamily="34" charset="-122"/>
                  <a:ea typeface="MiSans" pitchFamily="34" charset="-122"/>
                  <a:cs typeface="MiSans" pitchFamily="34" charset="-120"/>
                </a:rPr>
                <a:t>分，其余参数各最高</a:t>
              </a:r>
              <a:r>
                <a:rPr lang="en-US" altLang="zh-CN" sz="1400" b="1" dirty="0">
                  <a:solidFill>
                    <a:srgbClr val="2C3E50"/>
                  </a:solidFill>
                  <a:latin typeface="MiSans" pitchFamily="34" charset="-122"/>
                  <a:ea typeface="MiSans" pitchFamily="34" charset="-122"/>
                  <a:cs typeface="MiSans" pitchFamily="34" charset="-120"/>
                </a:rPr>
                <a:t>8 </a:t>
              </a:r>
              <a:r>
                <a:rPr lang="zh-CN" altLang="en-US" sz="1400" b="1" dirty="0">
                  <a:solidFill>
                    <a:srgbClr val="2C3E50"/>
                  </a:solidFill>
                  <a:latin typeface="MiSans" pitchFamily="34" charset="-122"/>
                  <a:ea typeface="MiSans" pitchFamily="34" charset="-122"/>
                  <a:cs typeface="MiSans" pitchFamily="34" charset="-120"/>
                </a:rPr>
                <a:t>分，合计 35 分）</a:t>
              </a:r>
              <a:endParaRPr lang="zh-CN" altLang="en-US" sz="1400" b="1" dirty="0">
                <a:solidFill>
                  <a:srgbClr val="2C3E50"/>
                </a:solidFill>
                <a:latin typeface="MiSans" pitchFamily="34" charset="-122"/>
                <a:ea typeface="MiSans" pitchFamily="34" charset="-122"/>
                <a:cs typeface="MiSans" pitchFamily="34" charset="-120"/>
              </a:endParaRPr>
            </a:p>
          </p:txBody>
        </p:sp>
        <p:sp>
          <p:nvSpPr>
            <p:cNvPr id="43" name="Text 8"/>
            <p:cNvSpPr/>
            <p:nvPr>
              <p:custDataLst>
                <p:tags r:id="rId12"/>
              </p:custDataLst>
            </p:nvPr>
          </p:nvSpPr>
          <p:spPr>
            <a:xfrm>
              <a:off x="4855" y="3911"/>
              <a:ext cx="9132" cy="2166"/>
            </a:xfrm>
            <a:prstGeom prst="rect">
              <a:avLst/>
            </a:prstGeom>
            <a:noFill/>
          </p:spPr>
          <p:txBody>
            <a:bodyPr wrap="square" lIns="0" tIns="0" rIns="0" bIns="0" rtlCol="0" anchor="t" anchorCtr="0"/>
            <a:lstStyle/>
            <a:p>
              <a:pPr>
                <a:lnSpc>
                  <a:spcPct val="140000"/>
                </a:lnSpc>
              </a:pPr>
              <a:r>
                <a:rPr lang="zh-CN" altLang="en-US" sz="1200" dirty="0">
                  <a:solidFill>
                    <a:srgbClr val="5D6D7E"/>
                  </a:solidFill>
                  <a:latin typeface="MiSans" pitchFamily="34" charset="-122"/>
                  <a:ea typeface="MiSans" pitchFamily="34" charset="-122"/>
                  <a:cs typeface="MiSans" pitchFamily="34" charset="-120"/>
                </a:rPr>
                <a:t>采用连续、单调递减的线性衰减：</a:t>
              </a:r>
              <a:endParaRPr lang="zh-CN" altLang="en-US" sz="1200" dirty="0">
                <a:solidFill>
                  <a:srgbClr val="5D6D7E"/>
                </a:solidFill>
                <a:latin typeface="MiSans" pitchFamily="34" charset="-122"/>
                <a:ea typeface="MiSans" pitchFamily="34" charset="-122"/>
                <a:cs typeface="MiSans" pitchFamily="34" charset="-120"/>
              </a:endParaRPr>
            </a:p>
            <a:p>
              <a:pPr>
                <a:lnSpc>
                  <a:spcPct val="140000"/>
                </a:lnSpc>
              </a:pPr>
              <a:endParaRPr lang="en-US" altLang="zh-CN" sz="1200" dirty="0">
                <a:solidFill>
                  <a:srgbClr val="5D6D7E"/>
                </a:solidFill>
                <a:latin typeface="MiSans" pitchFamily="34" charset="-122"/>
                <a:ea typeface="MiSans" pitchFamily="34" charset="-122"/>
                <a:cs typeface="MiSans" pitchFamily="34" charset="-120"/>
              </a:endParaRPr>
            </a:p>
            <a:p>
              <a:pPr>
                <a:lnSpc>
                  <a:spcPct val="140000"/>
                </a:lnSpc>
              </a:pPr>
              <a:endParaRPr lang="en-US" altLang="zh-CN" sz="1200" dirty="0">
                <a:solidFill>
                  <a:srgbClr val="5D6D7E"/>
                </a:solidFill>
                <a:latin typeface="MiSans" pitchFamily="34" charset="-122"/>
                <a:ea typeface="MiSans" pitchFamily="34" charset="-122"/>
                <a:cs typeface="MiSans" pitchFamily="34" charset="-120"/>
              </a:endParaRPr>
            </a:p>
            <a:p>
              <a:pPr>
                <a:lnSpc>
                  <a:spcPct val="140000"/>
                </a:lnSpc>
              </a:pPr>
              <a:r>
                <a:rPr lang="zh-CN" altLang="en-US" sz="1200" dirty="0">
                  <a:solidFill>
                    <a:srgbClr val="5D6D7E"/>
                  </a:solidFill>
                  <a:latin typeface="MiSans" pitchFamily="34" charset="-122"/>
                  <a:ea typeface="MiSans" pitchFamily="34" charset="-122"/>
                  <a:cs typeface="MiSans" pitchFamily="34" charset="-120"/>
                </a:rPr>
                <a:t>其中</a:t>
              </a:r>
              <a:r>
                <a:rPr lang="en-US" altLang="zh-CN" sz="1200" dirty="0">
                  <a:solidFill>
                    <a:srgbClr val="5D6D7E"/>
                  </a:solidFill>
                  <a:latin typeface="MiSans" pitchFamily="34" charset="-122"/>
                  <a:ea typeface="MiSans" pitchFamily="34" charset="-122"/>
                  <a:cs typeface="MiSans" pitchFamily="34" charset="-120"/>
                </a:rPr>
                <a:t>         </a:t>
              </a:r>
              <a:r>
                <a:rPr lang="zh-CN" altLang="en-US" sz="1200" dirty="0">
                  <a:solidFill>
                    <a:srgbClr val="5D6D7E"/>
                  </a:solidFill>
                  <a:latin typeface="MiSans" pitchFamily="34" charset="-122"/>
                  <a:ea typeface="MiSans" pitchFamily="34" charset="-122"/>
                  <a:cs typeface="MiSans" pitchFamily="34" charset="-120"/>
                </a:rPr>
                <a:t>为第</a:t>
              </a:r>
              <a:r>
                <a:rPr lang="en-US" altLang="zh-CN" sz="1200" dirty="0">
                  <a:solidFill>
                    <a:srgbClr val="5D6D7E"/>
                  </a:solidFill>
                  <a:latin typeface="MiSans" pitchFamily="34" charset="-122"/>
                  <a:ea typeface="MiSans" pitchFamily="34" charset="-122"/>
                  <a:cs typeface="MiSans" pitchFamily="34" charset="-120"/>
                </a:rPr>
                <a:t>k</a:t>
              </a:r>
              <a:r>
                <a:rPr lang="zh-CN" altLang="en-US" sz="1200" dirty="0">
                  <a:solidFill>
                    <a:srgbClr val="5D6D7E"/>
                  </a:solidFill>
                  <a:latin typeface="MiSans" pitchFamily="34" charset="-122"/>
                  <a:ea typeface="MiSans" pitchFamily="34" charset="-122"/>
                  <a:cs typeface="MiSans" pitchFamily="34" charset="-120"/>
                </a:rPr>
                <a:t>个参数的容许相对偏差上界：按教学需要和专家经验单独配置（例如功率</a:t>
              </a:r>
              <a:r>
                <a:rPr lang="en-US" altLang="zh-CN" sz="1200" dirty="0">
                  <a:solidFill>
                    <a:srgbClr val="5D6D7E"/>
                  </a:solidFill>
                  <a:latin typeface="MiSans" pitchFamily="34" charset="-122"/>
                  <a:ea typeface="MiSans" pitchFamily="34" charset="-122"/>
                  <a:cs typeface="MiSans" pitchFamily="34" charset="-120"/>
                </a:rPr>
                <a:t> 20%</a:t>
              </a:r>
              <a:r>
                <a:rPr lang="zh-CN" altLang="en-US" sz="1200" dirty="0">
                  <a:solidFill>
                    <a:srgbClr val="5D6D7E"/>
                  </a:solidFill>
                  <a:latin typeface="MiSans" pitchFamily="34" charset="-122"/>
                  <a:ea typeface="MiSans" pitchFamily="34" charset="-122"/>
                  <a:cs typeface="MiSans" pitchFamily="34" charset="-120"/>
                </a:rPr>
                <a:t>、光斑大小</a:t>
              </a:r>
              <a:r>
                <a:rPr lang="en-US" altLang="zh-CN" sz="1200" dirty="0">
                  <a:solidFill>
                    <a:srgbClr val="5D6D7E"/>
                  </a:solidFill>
                  <a:latin typeface="MiSans" pitchFamily="34" charset="-122"/>
                  <a:ea typeface="MiSans" pitchFamily="34" charset="-122"/>
                  <a:cs typeface="MiSans" pitchFamily="34" charset="-120"/>
                </a:rPr>
                <a:t> 15%</a:t>
              </a:r>
              <a:r>
                <a:rPr lang="zh-CN" altLang="en-US" sz="1200" dirty="0">
                  <a:solidFill>
                    <a:srgbClr val="5D6D7E"/>
                  </a:solidFill>
                  <a:latin typeface="MiSans" pitchFamily="34" charset="-122"/>
                  <a:ea typeface="MiSans" pitchFamily="34" charset="-122"/>
                  <a:cs typeface="MiSans" pitchFamily="34" charset="-120"/>
                </a:rPr>
                <a:t>、时间</a:t>
              </a:r>
              <a:r>
                <a:rPr lang="en-US" altLang="zh-CN" sz="1200" dirty="0">
                  <a:solidFill>
                    <a:srgbClr val="5D6D7E"/>
                  </a:solidFill>
                  <a:latin typeface="MiSans" pitchFamily="34" charset="-122"/>
                  <a:ea typeface="MiSans" pitchFamily="34" charset="-122"/>
                  <a:cs typeface="MiSans" pitchFamily="34" charset="-120"/>
                </a:rPr>
                <a:t> 25%</a:t>
              </a:r>
              <a:r>
                <a:rPr lang="zh-CN" altLang="en-US" sz="1200" dirty="0">
                  <a:solidFill>
                    <a:srgbClr val="5D6D7E"/>
                  </a:solidFill>
                  <a:latin typeface="MiSans" pitchFamily="34" charset="-122"/>
                  <a:ea typeface="MiSans" pitchFamily="34" charset="-122"/>
                  <a:cs typeface="MiSans" pitchFamily="34" charset="-120"/>
                </a:rPr>
                <a:t>、波长</a:t>
              </a:r>
              <a:r>
                <a:rPr lang="en-US" altLang="zh-CN" sz="1200" dirty="0">
                  <a:solidFill>
                    <a:srgbClr val="5D6D7E"/>
                  </a:solidFill>
                  <a:latin typeface="MiSans" pitchFamily="34" charset="-122"/>
                  <a:ea typeface="MiSans" pitchFamily="34" charset="-122"/>
                  <a:cs typeface="MiSans" pitchFamily="34" charset="-120"/>
                </a:rPr>
                <a:t>10%</a:t>
              </a:r>
              <a:r>
                <a:rPr lang="zh-CN" altLang="en-US" sz="1200" dirty="0">
                  <a:solidFill>
                    <a:srgbClr val="5D6D7E"/>
                  </a:solidFill>
                  <a:latin typeface="MiSans" pitchFamily="34" charset="-122"/>
                  <a:ea typeface="MiSans" pitchFamily="34" charset="-122"/>
                  <a:cs typeface="MiSans" pitchFamily="34" charset="-120"/>
                </a:rPr>
                <a:t>）</a:t>
              </a:r>
              <a:endParaRPr lang="zh-CN" altLang="en-US" sz="1200" dirty="0">
                <a:solidFill>
                  <a:srgbClr val="5D6D7E"/>
                </a:solidFill>
                <a:latin typeface="MiSans" pitchFamily="34" charset="-122"/>
                <a:ea typeface="MiSans" pitchFamily="34" charset="-122"/>
                <a:cs typeface="MiSans" pitchFamily="34" charset="-120"/>
              </a:endParaRPr>
            </a:p>
          </p:txBody>
        </p:sp>
        <p:pic>
          <p:nvPicPr>
            <p:cNvPr id="44" name="334E55B0-647D-440b-865C-3EC943EB4CBC-8" descr="/Users/ericfeng/Library/Containers/com.kingsoft.wpsoffice.mac/Data/tmp/wpsoffice.wQCZJpwpsoffice"/>
            <p:cNvPicPr>
              <a:picLocks noChangeAspect="1"/>
            </p:cNvPicPr>
            <p:nvPr/>
          </p:nvPicPr>
          <p:blipFill>
            <a:blip r:embed="rId13"/>
            <a:stretch>
              <a:fillRect/>
            </a:stretch>
          </p:blipFill>
          <p:spPr>
            <a:xfrm>
              <a:off x="4855" y="4412"/>
              <a:ext cx="4835" cy="611"/>
            </a:xfrm>
            <a:prstGeom prst="rect">
              <a:avLst/>
            </a:prstGeom>
          </p:spPr>
        </p:pic>
      </p:grpSp>
      <p:sp>
        <p:nvSpPr>
          <p:cNvPr id="46" name="Text 7"/>
          <p:cNvSpPr/>
          <p:nvPr>
            <p:custDataLst>
              <p:tags r:id="rId14"/>
            </p:custDataLst>
          </p:nvPr>
        </p:nvSpPr>
        <p:spPr>
          <a:xfrm>
            <a:off x="417195" y="3815080"/>
            <a:ext cx="1687195" cy="206375"/>
          </a:xfrm>
          <a:prstGeom prst="rect">
            <a:avLst/>
          </a:prstGeom>
          <a:noFill/>
        </p:spPr>
        <p:txBody>
          <a:bodyPr wrap="square" lIns="0" tIns="0" rIns="0" bIns="0" rtlCol="0" anchor="ctr"/>
          <a:lstStyle/>
          <a:p>
            <a:pPr>
              <a:lnSpc>
                <a:spcPct val="120000"/>
              </a:lnSpc>
            </a:pPr>
            <a:r>
              <a:rPr lang="en-US" altLang="zh-CN" sz="1400" b="1" dirty="0">
                <a:solidFill>
                  <a:srgbClr val="2C3E50"/>
                </a:solidFill>
                <a:latin typeface="MiSans" pitchFamily="34" charset="-122"/>
                <a:ea typeface="MiSans" pitchFamily="34" charset="-122"/>
                <a:cs typeface="MiSans" pitchFamily="34" charset="-120"/>
              </a:rPr>
              <a:t>5. </a:t>
            </a:r>
            <a:r>
              <a:rPr lang="zh-CN" altLang="en-US" sz="1400" b="1" dirty="0">
                <a:solidFill>
                  <a:srgbClr val="2C3E50"/>
                </a:solidFill>
                <a:latin typeface="MiSans" pitchFamily="34" charset="-122"/>
                <a:ea typeface="MiSans" pitchFamily="34" charset="-122"/>
                <a:cs typeface="MiSans" pitchFamily="34" charset="-120"/>
              </a:rPr>
              <a:t>维度</a:t>
            </a:r>
            <a:r>
              <a:rPr lang="en-US" altLang="zh-CN" sz="1400" b="1" dirty="0">
                <a:solidFill>
                  <a:srgbClr val="2C3E50"/>
                </a:solidFill>
                <a:latin typeface="MiSans" pitchFamily="34" charset="-122"/>
                <a:ea typeface="MiSans" pitchFamily="34" charset="-122"/>
                <a:cs typeface="MiSans" pitchFamily="34" charset="-120"/>
              </a:rPr>
              <a:t>2</a:t>
            </a:r>
            <a:r>
              <a:rPr lang="zh-CN" altLang="en-US" sz="1400" b="1" dirty="0">
                <a:solidFill>
                  <a:srgbClr val="2C3E50"/>
                </a:solidFill>
                <a:latin typeface="MiSans" pitchFamily="34" charset="-122"/>
                <a:ea typeface="MiSans" pitchFamily="34" charset="-122"/>
                <a:cs typeface="MiSans" pitchFamily="34" charset="-120"/>
              </a:rPr>
              <a:t>总分</a:t>
            </a:r>
            <a:endParaRPr lang="zh-CN" altLang="en-US" sz="1400" b="1" dirty="0">
              <a:solidFill>
                <a:srgbClr val="2C3E50"/>
              </a:solidFill>
              <a:latin typeface="MiSans" pitchFamily="34" charset="-122"/>
              <a:ea typeface="MiSans" pitchFamily="34" charset="-122"/>
              <a:cs typeface="MiSans" pitchFamily="34" charset="-120"/>
            </a:endParaRPr>
          </a:p>
        </p:txBody>
      </p:sp>
      <p:pic>
        <p:nvPicPr>
          <p:cNvPr id="47" name="334E55B0-647D-440b-865C-3EC943EB4CBC-9" descr="/Users/ericfeng/Library/Containers/com.kingsoft.wpsoffice.mac/Data/tmp/wpsoffice.chAjekwpsoffice"/>
          <p:cNvPicPr>
            <a:picLocks noChangeAspect="1"/>
          </p:cNvPicPr>
          <p:nvPr/>
        </p:nvPicPr>
        <p:blipFill>
          <a:blip r:embed="rId15"/>
          <a:stretch>
            <a:fillRect/>
          </a:stretch>
        </p:blipFill>
        <p:spPr>
          <a:xfrm>
            <a:off x="588645" y="4300855"/>
            <a:ext cx="5078730" cy="306070"/>
          </a:xfrm>
          <a:prstGeom prst="rect">
            <a:avLst/>
          </a:prstGeom>
        </p:spPr>
      </p:pic>
      <p:pic>
        <p:nvPicPr>
          <p:cNvPr id="5" name="334E55B0-647D-440b-865C-3EC943EB4CBC-10" descr="wpsoffice"/>
          <p:cNvPicPr>
            <a:picLocks noChangeAspect="1"/>
          </p:cNvPicPr>
          <p:nvPr/>
        </p:nvPicPr>
        <p:blipFill>
          <a:blip r:embed="rId16"/>
          <a:stretch>
            <a:fillRect/>
          </a:stretch>
        </p:blipFill>
        <p:spPr>
          <a:xfrm>
            <a:off x="3399790" y="3335020"/>
            <a:ext cx="448945" cy="137795"/>
          </a:xfrm>
          <a:prstGeom prst="rect">
            <a:avLst/>
          </a:prstGeom>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85750" y="314325"/>
            <a:ext cx="57150" cy="228600"/>
          </a:xfrm>
          <a:custGeom>
            <a:avLst/>
            <a:gdLst/>
            <a:ahLst/>
            <a:cxnLst/>
            <a:rect l="l" t="t" r="r" b="b"/>
            <a:pathLst>
              <a:path w="76200" h="304800">
                <a:moveTo>
                  <a:pt x="0" y="0"/>
                </a:moveTo>
                <a:lnTo>
                  <a:pt x="76200" y="0"/>
                </a:lnTo>
                <a:lnTo>
                  <a:pt x="76200" y="304800"/>
                </a:lnTo>
                <a:lnTo>
                  <a:pt x="0" y="304800"/>
                </a:lnTo>
                <a:lnTo>
                  <a:pt x="0" y="0"/>
                </a:lnTo>
                <a:close/>
              </a:path>
            </a:pathLst>
          </a:custGeom>
          <a:solidFill>
            <a:srgbClr val="1ABC9C"/>
          </a:solidFill>
        </p:spPr>
        <p:txBody>
          <a:bodyPr/>
          <a:lstStyle/>
          <a:p>
            <a:pPr defTabSz="685800">
              <a:defRPr/>
            </a:pPr>
            <a:endParaRPr lang="zh-CN" altLang="en-US" sz="1350">
              <a:solidFill>
                <a:srgbClr val="000000"/>
              </a:solidFill>
              <a:latin typeface="Calibri"/>
              <a:ea typeface="等线" panose="02010600030101010101" pitchFamily="2" charset="-122"/>
            </a:endParaRPr>
          </a:p>
        </p:txBody>
      </p:sp>
      <p:sp>
        <p:nvSpPr>
          <p:cNvPr id="3" name="Text 1"/>
          <p:cNvSpPr/>
          <p:nvPr/>
        </p:nvSpPr>
        <p:spPr>
          <a:xfrm>
            <a:off x="428625" y="314325"/>
            <a:ext cx="3576320" cy="339725"/>
          </a:xfrm>
          <a:prstGeom prst="rect">
            <a:avLst/>
          </a:prstGeom>
          <a:noFill/>
        </p:spPr>
        <p:txBody>
          <a:bodyPr wrap="square" lIns="0" tIns="0" rIns="0" bIns="0" rtlCol="0" anchor="ctr" anchorCtr="0"/>
          <a:lstStyle/>
          <a:p>
            <a:pPr defTabSz="685800">
              <a:lnSpc>
                <a:spcPct val="90000"/>
              </a:lnSpc>
              <a:defRPr/>
            </a:pPr>
            <a:r>
              <a:rPr lang="zh-CN" altLang="en-US" sz="2025" b="1" dirty="0">
                <a:solidFill>
                  <a:srgbClr val="2C3E50"/>
                </a:solidFill>
                <a:latin typeface="MiSans" pitchFamily="34" charset="-122"/>
                <a:ea typeface="MiSans" pitchFamily="34" charset="-122"/>
                <a:cs typeface="MiSans" pitchFamily="34" charset="-120"/>
              </a:rPr>
              <a:t>维度</a:t>
            </a:r>
            <a:r>
              <a:rPr lang="en-US" altLang="zh-CN" sz="2025" b="1" dirty="0">
                <a:solidFill>
                  <a:srgbClr val="2C3E50"/>
                </a:solidFill>
                <a:latin typeface="MiSans" pitchFamily="34" charset="-122"/>
                <a:ea typeface="MiSans" pitchFamily="34" charset="-122"/>
                <a:cs typeface="MiSans" pitchFamily="34" charset="-120"/>
              </a:rPr>
              <a:t>3：</a:t>
            </a:r>
            <a:r>
              <a:rPr lang="zh-CN" altLang="en-US" sz="2025" b="1" dirty="0">
                <a:solidFill>
                  <a:srgbClr val="2C3E50"/>
                </a:solidFill>
                <a:latin typeface="MiSans" pitchFamily="34" charset="-122"/>
                <a:ea typeface="MiSans" pitchFamily="34" charset="-122"/>
                <a:cs typeface="MiSans" pitchFamily="34" charset="-120"/>
              </a:rPr>
              <a:t>密度与均匀度</a:t>
            </a:r>
            <a:r>
              <a:rPr lang="en-US" altLang="zh-CN" sz="2025" b="1" dirty="0">
                <a:solidFill>
                  <a:srgbClr val="2C3E50"/>
                </a:solidFill>
                <a:latin typeface="MiSans" pitchFamily="34" charset="-122"/>
                <a:ea typeface="MiSans" pitchFamily="34" charset="-122"/>
                <a:cs typeface="MiSans" pitchFamily="34" charset="-120"/>
                <a:sym typeface="+mn-ea"/>
              </a:rPr>
              <a:t>(30</a:t>
            </a:r>
            <a:r>
              <a:rPr lang="zh-CN" altLang="en-US" sz="2025" b="1" dirty="0">
                <a:solidFill>
                  <a:srgbClr val="2C3E50"/>
                </a:solidFill>
                <a:latin typeface="MiSans" pitchFamily="34" charset="-122"/>
                <a:ea typeface="MiSans" pitchFamily="34" charset="-122"/>
                <a:cs typeface="MiSans" pitchFamily="34" charset="-120"/>
                <a:sym typeface="+mn-ea"/>
              </a:rPr>
              <a:t>分</a:t>
            </a:r>
            <a:r>
              <a:rPr lang="en-US" altLang="zh-CN" sz="2025" b="1" dirty="0">
                <a:solidFill>
                  <a:srgbClr val="2C3E50"/>
                </a:solidFill>
                <a:latin typeface="MiSans" pitchFamily="34" charset="-122"/>
                <a:ea typeface="MiSans" pitchFamily="34" charset="-122"/>
                <a:cs typeface="MiSans" pitchFamily="34" charset="-120"/>
                <a:sym typeface="+mn-ea"/>
              </a:rPr>
              <a:t>)</a:t>
            </a:r>
            <a:endParaRPr lang="zh-CN" altLang="en-US" sz="2025" b="1" dirty="0">
              <a:solidFill>
                <a:srgbClr val="2C3E50"/>
              </a:solidFill>
              <a:latin typeface="MiSans" pitchFamily="34" charset="-122"/>
              <a:ea typeface="MiSans" pitchFamily="34" charset="-122"/>
              <a:cs typeface="MiSans" pitchFamily="34" charset="-120"/>
            </a:endParaRPr>
          </a:p>
        </p:txBody>
      </p:sp>
      <p:sp>
        <p:nvSpPr>
          <p:cNvPr id="4" name="Text 0"/>
          <p:cNvSpPr/>
          <p:nvPr/>
        </p:nvSpPr>
        <p:spPr>
          <a:xfrm>
            <a:off x="285750" y="98988"/>
            <a:ext cx="681990" cy="153670"/>
          </a:xfrm>
          <a:prstGeom prst="rect">
            <a:avLst/>
          </a:prstGeom>
          <a:noFill/>
        </p:spPr>
        <p:txBody>
          <a:bodyPr wrap="none" lIns="0" tIns="0" rIns="0" bIns="0" rtlCol="0" anchor="t">
            <a:spAutoFit/>
          </a:bodyPr>
          <a:lstStyle/>
          <a:p>
            <a:pPr marL="0" indent="0" algn="l">
              <a:lnSpc>
                <a:spcPts val="1200"/>
              </a:lnSpc>
              <a:buNone/>
            </a:pPr>
            <a:r>
              <a:rPr lang="zh-CN" altLang="en-US" sz="885" b="1" kern="0" spc="2" dirty="0">
                <a:solidFill>
                  <a:srgbClr val="3B82F6"/>
                </a:solidFill>
                <a:latin typeface="DM Sans" pitchFamily="34" charset="0"/>
                <a:ea typeface="DM Sans" pitchFamily="34" charset="-122"/>
                <a:cs typeface="DM Sans" pitchFamily="34" charset="-120"/>
                <a:sym typeface="+mn-ea"/>
              </a:rPr>
              <a:t>评分系统介绍</a:t>
            </a:r>
            <a:endParaRPr lang="en-US" sz="885" dirty="0"/>
          </a:p>
        </p:txBody>
      </p:sp>
      <p:pic>
        <p:nvPicPr>
          <p:cNvPr id="15" name="图片 14"/>
          <p:cNvPicPr>
            <a:picLocks noChangeAspect="1"/>
          </p:cNvPicPr>
          <p:nvPr/>
        </p:nvPicPr>
        <p:blipFill>
          <a:blip r:embed="rId1"/>
          <a:stretch>
            <a:fillRect/>
          </a:stretch>
        </p:blipFill>
        <p:spPr>
          <a:xfrm>
            <a:off x="285750" y="604520"/>
            <a:ext cx="4478020" cy="4494530"/>
          </a:xfrm>
          <a:prstGeom prst="rect">
            <a:avLst/>
          </a:prstGeom>
        </p:spPr>
      </p:pic>
      <p:pic>
        <p:nvPicPr>
          <p:cNvPr id="16" name="图片 15"/>
          <p:cNvPicPr>
            <a:picLocks noChangeAspect="1"/>
          </p:cNvPicPr>
          <p:nvPr/>
        </p:nvPicPr>
        <p:blipFill>
          <a:blip r:embed="rId2"/>
          <a:stretch>
            <a:fillRect/>
          </a:stretch>
        </p:blipFill>
        <p:spPr>
          <a:xfrm>
            <a:off x="4928235" y="1397000"/>
            <a:ext cx="4001135" cy="2672715"/>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85750" y="314325"/>
            <a:ext cx="57150" cy="228600"/>
          </a:xfrm>
          <a:custGeom>
            <a:avLst/>
            <a:gdLst/>
            <a:ahLst/>
            <a:cxnLst/>
            <a:rect l="l" t="t" r="r" b="b"/>
            <a:pathLst>
              <a:path w="76200" h="304800">
                <a:moveTo>
                  <a:pt x="0" y="0"/>
                </a:moveTo>
                <a:lnTo>
                  <a:pt x="76200" y="0"/>
                </a:lnTo>
                <a:lnTo>
                  <a:pt x="76200" y="304800"/>
                </a:lnTo>
                <a:lnTo>
                  <a:pt x="0" y="304800"/>
                </a:lnTo>
                <a:lnTo>
                  <a:pt x="0" y="0"/>
                </a:lnTo>
                <a:close/>
              </a:path>
            </a:pathLst>
          </a:custGeom>
          <a:solidFill>
            <a:srgbClr val="1ABC9C"/>
          </a:solidFill>
        </p:spPr>
        <p:txBody>
          <a:bodyPr/>
          <a:lstStyle/>
          <a:p>
            <a:pPr defTabSz="685800">
              <a:defRPr/>
            </a:pPr>
            <a:endParaRPr lang="zh-CN" altLang="en-US" sz="1350">
              <a:solidFill>
                <a:srgbClr val="000000"/>
              </a:solidFill>
              <a:latin typeface="Calibri"/>
              <a:ea typeface="等线" panose="02010600030101010101" pitchFamily="2" charset="-122"/>
            </a:endParaRPr>
          </a:p>
        </p:txBody>
      </p:sp>
      <p:sp>
        <p:nvSpPr>
          <p:cNvPr id="3" name="Text 1"/>
          <p:cNvSpPr/>
          <p:nvPr/>
        </p:nvSpPr>
        <p:spPr>
          <a:xfrm>
            <a:off x="428625" y="314325"/>
            <a:ext cx="3576320" cy="339725"/>
          </a:xfrm>
          <a:prstGeom prst="rect">
            <a:avLst/>
          </a:prstGeom>
          <a:noFill/>
        </p:spPr>
        <p:txBody>
          <a:bodyPr wrap="square" lIns="0" tIns="0" rIns="0" bIns="0" rtlCol="0" anchor="ctr" anchorCtr="0"/>
          <a:lstStyle/>
          <a:p>
            <a:pPr defTabSz="685800">
              <a:lnSpc>
                <a:spcPct val="90000"/>
              </a:lnSpc>
              <a:defRPr/>
            </a:pPr>
            <a:r>
              <a:rPr lang="zh-CN" altLang="en-US" sz="2025" b="1" dirty="0">
                <a:solidFill>
                  <a:srgbClr val="2C3E50"/>
                </a:solidFill>
                <a:latin typeface="MiSans" pitchFamily="34" charset="-122"/>
                <a:ea typeface="MiSans" pitchFamily="34" charset="-122"/>
                <a:cs typeface="MiSans" pitchFamily="34" charset="-120"/>
              </a:rPr>
              <a:t>维度</a:t>
            </a:r>
            <a:r>
              <a:rPr lang="en-US" altLang="zh-CN" sz="2025" b="1" dirty="0">
                <a:solidFill>
                  <a:srgbClr val="2C3E50"/>
                </a:solidFill>
                <a:latin typeface="MiSans" pitchFamily="34" charset="-122"/>
                <a:ea typeface="MiSans" pitchFamily="34" charset="-122"/>
                <a:cs typeface="MiSans" pitchFamily="34" charset="-120"/>
              </a:rPr>
              <a:t>3：</a:t>
            </a:r>
            <a:r>
              <a:rPr lang="zh-CN" altLang="en-US" sz="2025" b="1" dirty="0">
                <a:solidFill>
                  <a:srgbClr val="2C3E50"/>
                </a:solidFill>
                <a:latin typeface="MiSans" pitchFamily="34" charset="-122"/>
                <a:ea typeface="MiSans" pitchFamily="34" charset="-122"/>
                <a:cs typeface="MiSans" pitchFamily="34" charset="-120"/>
              </a:rPr>
              <a:t>密度与均匀度</a:t>
            </a:r>
            <a:r>
              <a:rPr lang="en-US" altLang="zh-CN" sz="2025" b="1" dirty="0">
                <a:solidFill>
                  <a:srgbClr val="2C3E50"/>
                </a:solidFill>
                <a:latin typeface="MiSans" pitchFamily="34" charset="-122"/>
                <a:ea typeface="MiSans" pitchFamily="34" charset="-122"/>
                <a:cs typeface="MiSans" pitchFamily="34" charset="-120"/>
                <a:sym typeface="+mn-ea"/>
              </a:rPr>
              <a:t>(30</a:t>
            </a:r>
            <a:r>
              <a:rPr lang="zh-CN" altLang="en-US" sz="2025" b="1" dirty="0">
                <a:solidFill>
                  <a:srgbClr val="2C3E50"/>
                </a:solidFill>
                <a:latin typeface="MiSans" pitchFamily="34" charset="-122"/>
                <a:ea typeface="MiSans" pitchFamily="34" charset="-122"/>
                <a:cs typeface="MiSans" pitchFamily="34" charset="-120"/>
                <a:sym typeface="+mn-ea"/>
              </a:rPr>
              <a:t>分</a:t>
            </a:r>
            <a:r>
              <a:rPr lang="en-US" altLang="zh-CN" sz="2025" b="1" dirty="0">
                <a:solidFill>
                  <a:srgbClr val="2C3E50"/>
                </a:solidFill>
                <a:latin typeface="MiSans" pitchFamily="34" charset="-122"/>
                <a:ea typeface="MiSans" pitchFamily="34" charset="-122"/>
                <a:cs typeface="MiSans" pitchFamily="34" charset="-120"/>
                <a:sym typeface="+mn-ea"/>
              </a:rPr>
              <a:t>)</a:t>
            </a:r>
            <a:endParaRPr lang="zh-CN" altLang="en-US" sz="2025" b="1" dirty="0">
              <a:solidFill>
                <a:srgbClr val="2C3E50"/>
              </a:solidFill>
              <a:latin typeface="MiSans" pitchFamily="34" charset="-122"/>
              <a:ea typeface="MiSans" pitchFamily="34" charset="-122"/>
              <a:cs typeface="MiSans" pitchFamily="34" charset="-120"/>
            </a:endParaRPr>
          </a:p>
        </p:txBody>
      </p:sp>
      <p:sp>
        <p:nvSpPr>
          <p:cNvPr id="4" name="Text 0"/>
          <p:cNvSpPr/>
          <p:nvPr/>
        </p:nvSpPr>
        <p:spPr>
          <a:xfrm>
            <a:off x="285750" y="98988"/>
            <a:ext cx="681990" cy="153670"/>
          </a:xfrm>
          <a:prstGeom prst="rect">
            <a:avLst/>
          </a:prstGeom>
          <a:noFill/>
        </p:spPr>
        <p:txBody>
          <a:bodyPr wrap="none" lIns="0" tIns="0" rIns="0" bIns="0" rtlCol="0" anchor="t">
            <a:spAutoFit/>
          </a:bodyPr>
          <a:lstStyle/>
          <a:p>
            <a:pPr marL="0" indent="0" algn="l">
              <a:lnSpc>
                <a:spcPts val="1200"/>
              </a:lnSpc>
              <a:buNone/>
            </a:pPr>
            <a:r>
              <a:rPr lang="zh-CN" altLang="en-US" sz="885" b="1" kern="0" spc="2" dirty="0">
                <a:solidFill>
                  <a:srgbClr val="3B82F6"/>
                </a:solidFill>
                <a:latin typeface="DM Sans" pitchFamily="34" charset="0"/>
                <a:ea typeface="DM Sans" pitchFamily="34" charset="-122"/>
                <a:cs typeface="DM Sans" pitchFamily="34" charset="-120"/>
                <a:sym typeface="+mn-ea"/>
              </a:rPr>
              <a:t>评分系统介绍</a:t>
            </a:r>
            <a:endParaRPr lang="en-US" sz="885" dirty="0"/>
          </a:p>
        </p:txBody>
      </p:sp>
      <p:pic>
        <p:nvPicPr>
          <p:cNvPr id="5" name="图片 4"/>
          <p:cNvPicPr>
            <a:picLocks noChangeAspect="1"/>
          </p:cNvPicPr>
          <p:nvPr/>
        </p:nvPicPr>
        <p:blipFill>
          <a:blip r:embed="rId1"/>
          <a:stretch>
            <a:fillRect/>
          </a:stretch>
        </p:blipFill>
        <p:spPr>
          <a:xfrm>
            <a:off x="0" y="715645"/>
            <a:ext cx="4262120" cy="3319145"/>
          </a:xfrm>
          <a:prstGeom prst="rect">
            <a:avLst/>
          </a:prstGeom>
        </p:spPr>
      </p:pic>
      <p:pic>
        <p:nvPicPr>
          <p:cNvPr id="6" name="图片 5"/>
          <p:cNvPicPr>
            <a:picLocks noChangeAspect="1"/>
          </p:cNvPicPr>
          <p:nvPr/>
        </p:nvPicPr>
        <p:blipFill>
          <a:blip r:embed="rId2"/>
          <a:stretch>
            <a:fillRect/>
          </a:stretch>
        </p:blipFill>
        <p:spPr>
          <a:xfrm>
            <a:off x="4560570" y="99060"/>
            <a:ext cx="3905250" cy="4333875"/>
          </a:xfrm>
          <a:prstGeom prst="rect">
            <a:avLst/>
          </a:prstGeom>
        </p:spPr>
      </p:pic>
      <p:sp>
        <p:nvSpPr>
          <p:cNvPr id="26" name="Text 8"/>
          <p:cNvSpPr/>
          <p:nvPr>
            <p:custDataLst>
              <p:tags r:id="rId3"/>
            </p:custDataLst>
          </p:nvPr>
        </p:nvSpPr>
        <p:spPr>
          <a:xfrm>
            <a:off x="4594860" y="4432935"/>
            <a:ext cx="3862705" cy="668020"/>
          </a:xfrm>
          <a:prstGeom prst="rect">
            <a:avLst/>
          </a:prstGeom>
          <a:noFill/>
        </p:spPr>
        <p:txBody>
          <a:bodyPr wrap="square" lIns="0" tIns="0" rIns="0" bIns="0" rtlCol="0" anchor="t" anchorCtr="0"/>
          <a:lstStyle/>
          <a:p>
            <a:pPr>
              <a:lnSpc>
                <a:spcPct val="140000"/>
              </a:lnSpc>
            </a:pPr>
            <a:r>
              <a:rPr lang="zh-CN" altLang="en-US" sz="1000" b="1" dirty="0">
                <a:solidFill>
                  <a:srgbClr val="5D6D7E"/>
                </a:solidFill>
                <a:latin typeface="MiSans" pitchFamily="34" charset="-122"/>
                <a:ea typeface="MiSans" pitchFamily="34" charset="-122"/>
                <a:cs typeface="MiSans" pitchFamily="34" charset="-120"/>
              </a:rPr>
              <a:t>附加微观惩罚：光斑重叠</a:t>
            </a:r>
            <a:endParaRPr lang="zh-CN" altLang="en-US" sz="1000" b="1" dirty="0">
              <a:solidFill>
                <a:srgbClr val="5D6D7E"/>
              </a:solidFill>
              <a:latin typeface="MiSans" pitchFamily="34" charset="-122"/>
              <a:ea typeface="MiSans" pitchFamily="34" charset="-122"/>
              <a:cs typeface="MiSans" pitchFamily="34" charset="-120"/>
            </a:endParaRPr>
          </a:p>
          <a:p>
            <a:pPr>
              <a:lnSpc>
                <a:spcPct val="140000"/>
              </a:lnSpc>
            </a:pPr>
            <a:r>
              <a:rPr lang="zh-CN" altLang="en-US" sz="900" dirty="0">
                <a:solidFill>
                  <a:srgbClr val="5D6D7E"/>
                </a:solidFill>
                <a:latin typeface="MiSans" pitchFamily="34" charset="-122"/>
                <a:ea typeface="MiSans" pitchFamily="34" charset="-122"/>
                <a:cs typeface="MiSans" pitchFamily="34" charset="-120"/>
              </a:rPr>
              <a:t>如果两个光斑的中心点距离小于</a:t>
            </a:r>
            <a:r>
              <a:rPr lang="en-US" altLang="zh-CN" sz="900" dirty="0">
                <a:solidFill>
                  <a:srgbClr val="5D6D7E"/>
                </a:solidFill>
                <a:latin typeface="MiSans" pitchFamily="34" charset="-122"/>
                <a:ea typeface="MiSans" pitchFamily="34" charset="-122"/>
                <a:cs typeface="MiSans" pitchFamily="34" charset="-120"/>
              </a:rPr>
              <a:t> 1</a:t>
            </a:r>
            <a:r>
              <a:rPr lang="zh-CN" altLang="en-US" sz="900" dirty="0">
                <a:solidFill>
                  <a:srgbClr val="5D6D7E"/>
                </a:solidFill>
                <a:latin typeface="MiSans" pitchFamily="34" charset="-122"/>
                <a:ea typeface="MiSans" pitchFamily="34" charset="-122"/>
                <a:cs typeface="MiSans" pitchFamily="34" charset="-120"/>
              </a:rPr>
              <a:t>个光斑直径（即发生了物理重叠），会造成局部组织热损伤。每检测到一处重叠，总分扣</a:t>
            </a:r>
            <a:r>
              <a:rPr lang="en-US" altLang="zh-CN" sz="900" dirty="0">
                <a:solidFill>
                  <a:srgbClr val="5D6D7E"/>
                </a:solidFill>
                <a:latin typeface="MiSans" pitchFamily="34" charset="-122"/>
                <a:ea typeface="MiSans" pitchFamily="34" charset="-122"/>
                <a:cs typeface="MiSans" pitchFamily="34" charset="-120"/>
              </a:rPr>
              <a:t> 1</a:t>
            </a:r>
            <a:r>
              <a:rPr lang="zh-CN" altLang="en-US" sz="900" dirty="0">
                <a:solidFill>
                  <a:srgbClr val="5D6D7E"/>
                </a:solidFill>
                <a:latin typeface="MiSans" pitchFamily="34" charset="-122"/>
                <a:ea typeface="MiSans" pitchFamily="34" charset="-122"/>
                <a:cs typeface="MiSans" pitchFamily="34" charset="-120"/>
              </a:rPr>
              <a:t>分。</a:t>
            </a:r>
            <a:endParaRPr lang="zh-CN" altLang="en-US" sz="900" dirty="0">
              <a:solidFill>
                <a:srgbClr val="5D6D7E"/>
              </a:solidFill>
              <a:latin typeface="MiSans" pitchFamily="34" charset="-122"/>
              <a:ea typeface="MiSans" pitchFamily="34" charset="-122"/>
              <a:cs typeface="MiSans" pitchFamily="34" charset="-120"/>
            </a:endParaRPr>
          </a:p>
        </p:txBody>
      </p:sp>
    </p:spTree>
  </p:cSld>
  <p:clrMapOvr>
    <a:masterClrMapping/>
  </p:clrMapOvr>
  <p:transition>
    <p:fade/>
  </p:transition>
</p:sld>
</file>

<file path=ppt/tags/tag1.xml><?xml version="1.0" encoding="utf-8"?>
<p:tagLst xmlns:p="http://schemas.openxmlformats.org/presentationml/2006/main">
  <p:tag name="KSO_WM_DIAGRAM_VIRTUALLY_FRAME" val="{&quot;height&quot;:304.5632283464567,&quot;left&quot;:22.5,&quot;top&quot;:55.34850393700788,&quot;width&quot;:316.57503937007874}"/>
</p:tagLst>
</file>

<file path=ppt/tags/tag2.xml><?xml version="1.0" encoding="utf-8"?>
<p:tagLst xmlns:p="http://schemas.openxmlformats.org/presentationml/2006/main">
  <p:tag name="KSO_WM_DIAGRAM_VIRTUALLY_FRAME" val="{&quot;height&quot;:304.5632283464567,&quot;left&quot;:22.5,&quot;top&quot;:55.34850393700788,&quot;width&quot;:316.57503937007874}"/>
</p:tagLst>
</file>

<file path=ppt/tags/tag3.xml><?xml version="1.0" encoding="utf-8"?>
<p:tagLst xmlns:p="http://schemas.openxmlformats.org/presentationml/2006/main">
  <p:tag name="KSO_WM_DIAGRAM_VIRTUALLY_FRAME" val="{&quot;height&quot;:304.5632283464567,&quot;left&quot;:22.5,&quot;top&quot;:55.34850393700788,&quot;width&quot;:316.57503937007874}"/>
</p:tagLst>
</file>

<file path=ppt/tags/tag4.xml><?xml version="1.0" encoding="utf-8"?>
<p:tagLst xmlns:p="http://schemas.openxmlformats.org/presentationml/2006/main">
  <p:tag name="KSO_WM_DIAGRAM_VIRTUALLY_FRAME" val="{&quot;height&quot;:304.5632283464567,&quot;left&quot;:22.5,&quot;top&quot;:55.34850393700788,&quot;width&quot;:316.57503937007874}"/>
</p:tagLst>
</file>

<file path=ppt/tags/tag5.xml><?xml version="1.0" encoding="utf-8"?>
<p:tagLst xmlns:p="http://schemas.openxmlformats.org/presentationml/2006/main">
  <p:tag name="KSO_WM_DIAGRAM_VIRTUALLY_FRAME" val="{&quot;height&quot;:304.5632283464567,&quot;left&quot;:22.5,&quot;top&quot;:55.34850393700788,&quot;width&quot;:316.57503937007874}"/>
</p:tagLst>
</file>

<file path=ppt/tags/tag6.xml><?xml version="1.0" encoding="utf-8"?>
<p:tagLst xmlns:p="http://schemas.openxmlformats.org/presentationml/2006/main">
  <p:tag name="KSO_WM_DIAGRAM_VIRTUALLY_FRAME" val="{&quot;height&quot;:304.5632283464567,&quot;left&quot;:22.5,&quot;top&quot;:55.34850393700788,&quot;width&quot;:316.57503937007874}"/>
</p:tagLst>
</file>

<file path=ppt/tags/tag7.xml><?xml version="1.0" encoding="utf-8"?>
<p:tagLst xmlns:p="http://schemas.openxmlformats.org/presentationml/2006/main">
  <p:tag name="KSO_WM_DIAGRAM_VIRTUALLY_FRAME" val="{&quot;height&quot;:304.5632283464567,&quot;left&quot;:22.5,&quot;top&quot;:55.34850393700788,&quot;width&quot;:316.57503937007874}"/>
</p:tagLst>
</file>

<file path=ppt/tags/tag8.xml><?xml version="1.0" encoding="utf-8"?>
<p:tagLst xmlns:p="http://schemas.openxmlformats.org/presentationml/2006/main">
  <p:tag name="KSO_WM_DIAGRAM_VIRTUALLY_FRAME" val="{&quot;height&quot;:304.5632283464567,&quot;left&quot;:22.5,&quot;top&quot;:55.34850393700788,&quot;width&quot;:316.57503937007874}"/>
</p:tagLst>
</file>

<file path=ppt/tags/tag9.xml><?xml version="1.0" encoding="utf-8"?>
<p:tagLst xmlns:p="http://schemas.openxmlformats.org/presentationml/2006/main">
  <p:tag name="KSO_WM_DIAGRAM_VIRTUALLY_FRAME" val="{&quot;height&quot;:304.5632283464567,&quot;left&quot;:22.5,&quot;top&quot;:55.34850393700788,&quot;width&quot;:316.57503937007874}"/>
</p:tagLst>
</file>

<file path=ppt/tags/tag10.xml><?xml version="1.0" encoding="utf-8"?>
<p:tagLst xmlns:p="http://schemas.openxmlformats.org/presentationml/2006/main">
  <p:tag name="KSO_WM_DIAGRAM_VIRTUALLY_FRAME" val="{&quot;height&quot;:304.5632283464567,&quot;left&quot;:22.5,&quot;top&quot;:55.34850393700788,&quot;width&quot;:316.57503937007874}"/>
</p:tagLst>
</file>

<file path=ppt/tags/tag11.xml><?xml version="1.0" encoding="utf-8"?>
<p:tagLst xmlns:p="http://schemas.openxmlformats.org/presentationml/2006/main">
  <p:tag name="KSO_WM_DIAGRAM_VIRTUALLY_FRAME" val="{&quot;height&quot;:304.5632283464567,&quot;left&quot;:22.5,&quot;top&quot;:55.34850393700788,&quot;width&quot;:316.57503937007874}"/>
</p:tagLst>
</file>

<file path=ppt/tags/tag12.xml><?xml version="1.0" encoding="utf-8"?>
<p:tagLst xmlns:p="http://schemas.openxmlformats.org/presentationml/2006/main">
  <p:tag name="KSO_WM_DIAGRAM_VIRTUALLY_FRAME" val="{&quot;height&quot;:304.5632283464567,&quot;left&quot;:22.5,&quot;top&quot;:55.34850393700788,&quot;width&quot;:316.57503937007874}"/>
</p:tagLst>
</file>

<file path=ppt/tags/tag13.xml><?xml version="1.0" encoding="utf-8"?>
<p:tagLst xmlns:p="http://schemas.openxmlformats.org/presentationml/2006/main">
  <p:tag name="KSO_WM_DIAGRAM_VIRTUALLY_FRAME" val="{&quot;height&quot;:304.5632283464567,&quot;left&quot;:22.5,&quot;top&quot;:55.34850393700788,&quot;width&quot;:316.57503937007874}"/>
</p:tagLst>
</file>

<file path=ppt/tags/tag14.xml><?xml version="1.0" encoding="utf-8"?>
<p:tagLst xmlns:p="http://schemas.openxmlformats.org/presentationml/2006/main">
  <p:tag name="KSO_WM_DIAGRAM_VIRTUALLY_FRAME" val="{&quot;height&quot;:304.5632283464567,&quot;left&quot;:22.5,&quot;top&quot;:55.34850393700788,&quot;width&quot;:316.5750393700787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334E55B0-647D-440b-865C-3EC943EB4CBC-1">
      <extobjdata type="334E55B0-647D-440b-865C-3EC943EB4CBC" data="ewoJIkltZ1NldHRpbmdKc29uIiA6ICJ7XCJkcGlcIjpcIjYwMFwiLFwiZm9ybWF0XCI6XCJQTkdcIixcInRyYW5zcGFyZW50XCI6dHJ1ZSxcImF1dG9cIjp0cnVlfSIsCgkiTGF0ZXgiIDogIlhGc2dYSFJsZUhSN1NXOVZmU0E5SUZ4bWNtRmplMXgwWlhoMGUwRnlaV0Y5S0ZOZmUxeDBaWGgwZTNCc1lYbGxjbjE5SUZ4allYQWdVMTk3WEhSbGVIUjdkR0Z5WjJWMGZYMHBmWHRjZEdWNGRIdEJjbVZoZlNoVFgzdGNkR1Y0ZEh0d2JHRjVaWEo5ZlNCY1kzVndJRk5mZTF4MFpYaDBlM1JoY21kbGRIMTlLWDBnWEYwPSIsCgkiTGF0ZXhJbWdCYXNlNjQiIDogImlWQk9SdzBLR2dvQUFBQU5TVWhFVWdBQUJCSUFBQURJQkFNQUFBQ25uTit2QUFBQU1GQk1WRVgvLy84QUFBQUFBQUFBQUFBQUFBQUFBQUFBQUFBQUFBQUFBQUFBQUFBQUFBQUFBQUFBQUFBQUFBQUFBQUFBQUFBdjNhQjdBQUFBRDNSU1RsTUFxKy9kemJ1WlpsUWlpUkF5UkhaNlpyN3VBQUFBQ1hCSVdYTUFBQTdFQUFBT3hBR1ZLdzRiQUFBZ0FFbEVRVlI0QWUxOUMzQmtSM251MFd1bDBZeWtyUnRqbnVXUmR4ZmY4TXBaeTk0S3hvUWpQOGlsVWhkRzJCdFNJUWtqNTRMcmtnc2xRU1V1QWhVa1hBUzRrSXFFbmFLb1FKQmN3ZVFtNEJyaHhTLzIzc3dBd2JmaWhFakJ2SndVZHpaeHFoSWdsZGtkN1M1NGJiYnY5L2ZyL0gzbWpEU2pPVWN6V3F1ck5LZWZmLy9kL2ZYZmYvL2Q1OGp6TG5VMzhndVhlZ3QzMkw3TWY5NWh3YjFhYk80bGU1WHp0UGtPWnRLdVljZjBzN2N2Nzdoc3M0SjlvdElzNmRrZWYrTHNXcTkyUVo5SUhxWEZuL1pxYTd2T1Y4YS92dXM4TkdHZ0xKNXFrckxqNkVFeDMxajJPOGY5YTYrUTgySHNGWTJwUFJBejlyWWJOMi80a1dUa214dnA4Yk8rS1RzaHZRcDJUSGxCWE5oeDJTWUY4NDBVeC9LQzNObEZGRm41U1pOeVhZMytlOG1nZUIyWXlJakY5RmdaRWRQcEVlK0lja0ZzZGxTK3NmQm80M3FUSzRqNkM5N3ozbHZFdVRVdjZ6L2RXS2JyTVg4bHhKVi85dUY3ZmZGcm5uZS9TSFBhbHM1MHZiR3hER1F4RlNxeEtUdU9yRFowWkRZdnpzdEt2aTFlN2cyS296c21uVnJCTHdyeERpSStWcXhYdkVMU2M4TmhlMENjY3NLOUVoZ0hFbFlUWlNici96aEs3NnZpekxLS1c2b3Y1OFZzTkwzcjRad3ZucStZR0JFdjZSUG4wMlFvSTU1SmsveU9hUThDQ1pNN0xoMVhjTEJoSVJ3UlZvWE1pRjhTYWE3Q2NReTFFTGNrTEhwWHpwWkV1b3BNTFZXUjAwSnI0N09zQUFuSlluUkI2UGx2SzF6QW1tQmNGZld0bVVDdlBJY0YxZ1R0eHNCZ3VvcE1mOEpDMkhEZTRiT0doaWNxRExNTjVOQzNHNWJMUHBHNGhtcHA3OWhURmN3QWtoY3BLekxEQ1UrOUhUZmJMUmdBQ1hVM3FyTlFYOE9NV2c5RkwrM1FHcERTV1gzYmxzNSsrdnVmMmpwVExseTlrSEZGcEszSUJHZTM1cWNycVJsQlVBaW5iT2RNckRmMFkrRHNLb3NwcjhLUkZ2emYvNGIyaWMwcnRtcmlnRGpIU2cybHJzZ3M5YUNtNUkyS0tqcHFsblZFcDk1aVZBM0E3bVNaRWEwMXlBeVdtTFEzODZlRUEzSjF1VW1NcDE5enpLemdkeTArWDFLeEF3bnI2SW53TmJDSmhUdEp4bklOd245Rk9LYVU5WlJYWWQ0dE1HaUY3cFU4aGZ1eFlCMWs0VnpxaXN5NHVNanE2eEh2K2dYU2xabSsxQ2xmUXczcTBKeEx2cHlvQk5xUzNVd1JiWHZ6SDZ4NWoveS9uNEh2OVUweUgzQ1h4MGFWdDBtNUhVZG5rOVhNZHN5SFU3RDBsT2NMZDlJNjZXMEh5ZzFUWG9qVG5NckU3aTJTMkJlZDM5QjFmeVpvdWdoT0NNRVo5TkpYWlBLNzF3ZE95N1lLK0VlOU9VeVhyYkswbDFhTGJwWmhWanJLU1V5a3ZRcmJ5akRYZjk0R3ZMRkFOTGthc0JSWkR0SlhaS29OeHJlUXp5NzVjckNCVjRHRXhjVHFEeHoxRUdTaGlzOXc2djI3Wm1FcnVNdnhpQy9pYjFJVm5hMkQ1MkYycE93bUhCVTE1Y3BhSTM4QTQ5WVBKQnhzTGZ2MnVYSWl1bGNHZVlmNlJLSjJyQzA0NmhPYnkwN3lBNUc1YnhMOXlPcVl2aUl6bFB4TkFOT1luVDc3TVc0UW91NUt2bE5pVk81QVF4dXhDazl6aWhQcEd2WERxaFpjV1lTRU9SZVRKaXV1VFJpdmZDWW9JUjI2WVdDNENTYkRITHZ1cTJJN0F3dGJjanJTaEx0UlFJTldJamdyUDcwN3JZelpEUFp4WTZmbEFwdElSMC9LcHEvSW9NcUtyYjgzUEhOMGM4MFhrWVd5QTk2cURlSmxYYmo5dno3ZEFmazJpZzdHck1WQm5GMmRac0k4STV4ekpRUkxTYzRiUUQvckxlZFBnNThTdW1JdEliNUs3bElBcXBBSlR2K1BWeEtxYWhzeTZ6R2R2ZTRNdVNaQU1tR1NFL3QzSGtqSG4yOVl1ZEtwcDJXcVk3Sm5NR3VkSG5ya2UrKy83ZmhoRUhsMDZzV2Z0N1N5NzdxeC90b3YyQ0E4WS9kTzFZLzlnTWQ0WGlHNmlmVEtvTzZvakc2QjFFSnpqc2hYMVF3MTRCVHhkR3ZMc1lLbXhsSkllS0ZCZElacFhmSDFTVmt3Z0s2WVlmWG5FU2FWNWdGUjkrdUxPbUdzS09wVFFyd216RGZxaTNyZ2JObVIxcmdocGEwSmJpL3V1dk5qOWlnanNhWUNySTUwZTNFMzNYcURKWFkzYTQrcGEwS2V3WTJpSjdnYWwwY1lTTWo1cjFzckdvNWh1TDJ3N0Qza2kxY2JNaVArbWQvMXZEOFc0bWROREo0d1hWZFlrTHkwTlFsTmZaSEU5SUtaT0MwNEd4Y3BUV3ZpbmVteEVrTjV3dFdkWW5Mc2N0U1N2TE5GQzZXOXZBVU9Qbm9iWnNtbWQvOUZuRlNhRGRhQ09FUHpHc082cUhrc25aY1QvUUhIaUlzQ090ays2RndEN2kzTE5tWlhQR01PdUUyVlFkelJUMVV5ZUM2eXpwa2lxVHdIZG4wOTJxWVplU1VLQ25iQWRmNHhIMGdvTG5xMGJzZ29uTlN1U3MrY21WWERCaEo1QXhaS0g2SlZKZUpBblZ6OWVidTZSQXpIcnNURm1DVURsNjJWdS9KakVjN1RDL2E1V25SNkZiVktXYXNITmZTRU8wd2xzVGw4d1pQbVI1a3daekNNWGxPVGUrV3Nua05BeTZ5dHJ6OW1QN3FpTzFxYzNRV2wzSEl5N3U0SGRIdytUalVrbWFqY0d5cTJmTG9leU5aMEsyaVQrb2plTXBUUkQ2ZWNzamlVS1IvMVBIUHBNRHhGd3VaN1d1YWNNK3NFcEg5b05aeG91SjNnZWNPNm0vSDRPYWVTVkFOdElNRmJzQnpXVDZYS2xDVWV1YjFqNDd2bEdkS1NnTVRqdE1ORVZXeldGdVdsdzU5Uy9Jb1pkczhyYXBYQ3QxcG1nUzBQSys2aGo2SVpkclM0VHNYc3d1KzRld0txYTR5VkNSeXJrYU9LdEJqRjFOcElpL1pPNkpiMTlUMmF0V1JzRE4yNjJKeWkwQ2R1cU5DakVDNy9rQllVZysyaTBUS3h0cWdGQTdGVkV5bno2QjlvSGRaVmVBTHpqLzN3dGxzUHNYREgzbmFRNEgzVDhtZjJTaDNYdnpVQmlOYjVyWFBzYnVxQ0Z1dGtXM0dWNm5YQlQ1S0FZSnM4b2ZlSllSSGt0YTFhYURoMm9CYU5GR3hQdjZ4SkMzRjJuZXpTMlJZU3ZBOWFCdXRyVFRoTU5CcXF5V3FpQkRza1ZqeXRDUlNsSllsUncrZytFd2F4ZXRnUWhteVdVZ0o3NTYyc1l5aTJGR2Frb0hHNWZ6RTl6UzhSbTFSNkhyZ0pPWGhFcC83MmtPRDluUVhyVEtjMXQxUytPM2JYWnF4bHJSVjRBY093ekxNQkNaTmh1TXBDc0JoTVU4cVN0VXRPc0ZiTlJWWVpTMlBzczZpQzNLS05pbmp1NmlvU1BPOGZOQlpDOVRmQ1lLTEJxR0tXS1BHMmlWbVRnRHdiV09YbGdRUTJOK1pZQ0N1RmxDUWpoVmZwQWtDQ3pac1h5a0xCYVduL3c3OHBrVEFka3lTallveFN6YksyRXQrbVRBREo3SWQ4NG5BWFRpSlJXVzhoWWRDS1kxcWxqL0wrQlJKbXd6QjZ5SWF3YWJRcmhjclJJaEtnZmxKSHU1cHBXSWVIalJVTGRleHRId25ZS3MwUmg4dXE3dUU0MDhPTzJJcWpGT252SGRGTnJ0Q0tiU3NtdWp1K1FNSzhyWWdzTDZkTUNGcXYzRmlhc09keEpCU2J5d1FVdUJ1RXJPb1pFbEErYkdDaVVaMkVkNElFTHhPRVRSMjN2ZE1KRzFRMmpwTFBWOTlPSytpNGZPM2NYMmozT1hRQVRJcWhBeElXYllnMm1UYUVmUVpmU1QvOTRjL2wyZXBRaUxYeEdrclpZSXZ6MzE1QWduY0NUVDJvMkQyUUdCTGlLUFVXRWpBdXpEblhTWUNFRFROK0pMZkZzVi9XN3JpMUkwQ2EzbEZRQkdaTTNxMlJRTmVvbXk3RFBZRUVPaTZiVm8wWlNnd0pjWlNDTGFlTTZjNWRlb2JtZGpXY0ZWYXZnd1RvY281N3VjNDREQnhjK1c5UFRMUXNFK2lzcC9HRXlsRHJnZFdCYkdoR1llcFBEQWx4bEhwS0pveXlxd1IwbldUV1JVTEZCbkg2d0xMYTZBY3hySFFLeFpFUTFSUEdRbTJEeWtHNjlKcE0rSzV0ai9UVXJFeW9Kb2FFT0VxK0FaeGJmWGRDQTJ3OXdObVlvOEtzODdHUFJ3S042aUp4enBFUTNVWDJuM2JhQnVIYnRIKzd0RHI0RG9PMGZoMVVNZm1tbkxvbHRnL0ZVZW9wSkt3ekhSRTdBbWRMNENDQlZvZEt0TUdaZ2pHWWJvV0VsYU5PT1ZUREtuV1M2QmpJamVnczFPTGVJUk5acmREd1ZWbHhwamxtMjJRc2xwSVZQVzBTU3lVN1hvNE5uZTkrNmdRZFVyR0pwREZ1MkpEMndDU29kNU1jQ1ZFYlkwMVBNRjBJcWdtL0hPWFE3QTRTb2p1OEZiTjlUdTVXVVN3bHBsczV2ZENWUU1EbmE4bTlpKzRnZ2F3Tjh4RVdzNzVGQjBkQ3ljQkRaeS9PT3VXd09uRDRPV25kUWNKUTVCSlQxVmlXaWp1UUNaLzg0YUxUSkJXSW80Uzl1RHRIWXNydFdoUzlIQnM2REQyZjl3NFNITXVTTGdLcnBMRVJjU1FzT2NZR0dGVlh3eXJndzJoUFU4VDc3emsrdGVxTnZkVS84andLU3NlUThKbkwvTU52cWVqNHVNZDNicXdmZTU5S0FLbGcyUnUvNWNpaW03SEYxV0Vpc2xvdGFKWDJXNjVHay9rbjFHaXZYRVhyekgzV1AveGN6ME1aclEralpZZC9aVTB4RktHa0l0R2xxeTYvWFF6Unk3R2hveHVMREtVT0V1amNrYVhKUXNnd3FVc3JKSXh0VU5ENXVCWmRkVDZsTTZrSEZGT0trUHZYMVhGZkhHSjZRNGlFYjRtemI4VDFGMGt3Vno5ODgwMVRrdFdoK3JVM1Q1MG1RdThXbThkOThVTHlTbExMSS82UjZCUnVFUWxWZzJjaUJqY25BWjZoRDI5SU55Tmp4d3JpdFpmWlQzRkU2MFRxa1VCY2ZMQiszOTFLZGc3NzR0aU42Z3B3bEpJa0orK0F6MnR2OXgvMGNtem9TQ3VVdmF5aVhDU1U3Q2JiRmlpR0JtaUZoUFdqbEZaMk5jSlJaMnNxNzBXdUlWZjJKbCtJTHdUbks5NURnWGlGcG1tUk1DNWVoS2c3MWRDU0tndTNqQmg1aGVFMFBGOFRGOWM4ZFA4Ry9GazZ6VjVlZWlYV0hRcUdya1VrbENLcmd5L041YlFlS2pjaktkYk9WSERMd3RmeklWcG5TZnk2NXkwSTNIeWJrTzNOQmVKSEpDRklqNHBTMGd3aTJtVlh4M2ZsNGM0R3d2bFBRajVjSkt3SWZweVF3MlNrN01zNmUxbHFQd29Ka1h1TWd4RlpzbTZBZ3A0b3lGMmFsaElnWlpHZ1A5NldWd3ZKSTkvR2l6TlBVRldabWhEdlhLUE9sVmZNK3JSS0Fnei95VG02ZnI5S21heHJFUW1LQzFzS3dGdWx3TW1UOTR0ekorRlFINzFETFBIU1o0US8zZjRQNnp3Z1UzTUNkMXlHNVBndXFVdDZlUmx3S1JFMWNsRENUZmVwaUc3K3pqM3QxQjQ0QzZPTEJCZ1VtTW8vQ0t5VFZkWVVSOTRackF0SEtUeGdPMHVtbHRWb21weGVVWmc3Uzc1UlFwVTRSZzZMaERsVm1mMDBYa0VQT2ZwZldqZXJta2hCMzhJVTR1NmpORGFuYkRYa2FRMEpXWmRmREtXNXM5VFBsaHZBYko1b0J2YjRuZGU1cEJwWm84ZmZJTmVZcGpHb3B3K25SRlRJZ2FMeTlNS3ZqK0ZqRGhPT01lY2lBUktBYmJ2WFQ4dGhzM1lwbEFRcGhRVDBKS09KNnl3TzNJQWYyYVBJRWhqcEFBUDBoaXhpa2FCMWJXU3V5SVNxdVM4OUxIT0NtVVVadjY0RlRpQktHL2hYQVdZSVpWcXJTSUJzV3RNRjVDTzhoOG5IRCt2U1FVcXUyZ05iWHFldkdsVTJNblZGZTNJYVM1eVNxU3Z1dlJDVHR0dlBrWWcwWFFFU0ZpMFRMaExvZlRFMVhKU2hpRjRoRTRQSlhHQklRRHp2MlRrejNpcXZuZVprM3orcTRqQ3drOUpua1RDblI5N1l2NEVWUmJOUHl1aEJNNDBIOUk0MGtCRVB2VS9STTcrdHlRVE16VlZUZ3A3aHJPZmpoMXl6bEJxdWZheE9nMWhyTmlnWVFSaW9GWUJUSWlyaytnMjZWYkNydndOdUY4alhuV1lzUjBEQ2hnMlEwRGV0bzBWeldTbENlSkFiT3lzVGwyUmhyTE1WR2F0K0FsZEU1TVgxSnRGMmw1ZVgyanBiSGU2eTBsK1NwSlZvVlJZclAwMFBPMjNONTFzS1pqTEtUT2FuTlNTZ1laT21CSjc0SU0rYUR2THh5MmlCTTJqZjYyRjFHdkNiMTVwQ3dUZW4rT2FVVEYxV2dKaUlMajVMNGRoS0xvQjdKc3FyTGhJeWZqaTU3NytBL0tReG5sTGNEMXduZTdNMks0T2gvRWVRN2t3ZlZMbm9sNnRKSVJMV05WcXNUUEErb29vVWpkZ0k5R2pOelZKQ3diQTVwb1dEalZERjlHOXJTQ2c3MnBISFB0YnFqTi9Jb3FRYXluUldKenBPSmtLWmtrOHJ3b0RaYVlweEtNa3N0TnR1YW1IVE9YYnRBUTJMS1lHb0ZnMWhFbXZCR1ZHYWlIYnBLRXdUazNtTG0rSmlRQ3BkWVlPaW9ST3lvYWN0Rk51dmN3TmtpQVFjZzFhb1pJZ0VDc0hsRFJLV0ZCSDExUnVnYTFJbUU4NmtwMkFpVkxUK2JRMEpTK0R3bEMySFRsR3RRRXpjK0VGazZMeXNUaU1UaklwVXRuS3dyUGJsY1pRV1lubTJqT3lpaDc1VEtkN09Lc3lXRUdFWGpDeldmclBQbDVud1AxRklGTUNkVVBJVHh3N0s4OEFGNklXYjNvanVveEp2SW5yMnQwTmtRSHhXSkFuNkNaRUFkV3lWWWx3a1pMN3hoNEVoTmFENmRsUnVPNUZ0aHJMRGFmMGhKS1dpMVc5clNDaUpIN045Wko3OUg0ckc4ZnYwOTU2MGc4enFOSHFDV1RvVzdCSXlvYVJYSXlWQ09ac3duTzFkOW4vbFZocDJYRVNhMXhVLytyWkFSb2diYnIvUDgrNjREVUFRNHNXWC85YXlaZXhMZ3N3bkpPSFZVazhXSC9wd3dyaS9pcTJYdUtyNGpNcGE1V0p2VUZ6SUJwdUxLZ1dHR2FzbGNDUUFMbkpvT1JJZVZqYStTVlVTS2NUb2hCU295UDZhLzFCTzc4a0xzYjNhR2hMd0NaZ1Q0cFdxR2hpenJKYlFJQk95SHdpb1Q4ek9pTmNaS0NSUGFIV2xKRFkxZjNxdGlVT0MzbS9vaXJ2M0lKa28zVUhOZzQyUTBqeXZVNW1zSkF1dmVNTVRqM3pJcmlENGJvSzQ2bC92RmZnL3lTUkI2aHVLbE9rUEdackFHSDFKMUFFdXovdEx1MitVU2VHa2duU2RwaWlHaEE4S2NmWHZmYXBvWkFJK0NYWVVHZFM1SnExaXhpazVWRkNLUGRGZ3JqVWtZS01IN2w5S3pHZWZER1VpZ3U3NDRTMnV6ZWMrZ1kvTTZCcDRuVXRxRlZ2UWlsZmVjSWNuc1IyaEpBbGdIcTBwU3ZsRDE5eDg4ODNIOFhmTm9ZaTVVMlhBYjVYbFVlckZtRGgwK0ZvVW1mSi9ZblB0eUxOVUI1MmJyamxrSjlOU25maWhLUDhpUkZmOU1JS29KbHcxVVEwNkN1NWN4ZFFJMngvY0JXclJjT0hJdkk3dVl3WVpyMG9HN1JyV2tUZmREaWwwYnRrVXhUTkVBaEF3U1FraEVoNVhDMWZlSXFFbXA1dGZvV3htTVNHL2Nwalh4c3VldzBiTFlIRTRWbkI3ZTR4R0QxQVV4MjRucWZpckxLK0RoTEZBbkFmM1pudEE3Sy9hdkdvUGt6TUdqYUpaUjAwR2g1S0tITmZLTGkwVG9YTjVNOFdsa21ZekdTU1lpQTZSRUZiU2pnOG5oRWV1b0lIWDd1RjdidHcwQjI0bWpneHMxdStWYURtZ3VVYnVxa3FZd0pIUUlCTXc2MTlJV1VNazlKT21OcXhlcEVQcUxDZmtqa3FZTW1iVmlUQU9iK3RkNENGdlZDNEhFRmZrM1A4QTRZeGZYaDBueFNNQitzcnpDZkRYS2RKNUt6WjFWUTRsRlRkazFmVTdibnVPcW4zempaZi9kNGUzTVBDSjIzV2VzMis4L1gvSTZNeHpJSWJKdmZaRlliWmU4M0ZCOHFTU0FnKy9kYXArZzF3aVFtWkRtWUNGL3lERlc1bFExTjBVSWdGZzJmRDZzVUdCTTlsbFFQN3crUm5HZWpjdXNvRHgzcTJIUzRmSFZURDdvWnY4SXkvWU1KbmtVNC9mMzFJQWNtaWVudkZJR1AyeFBJczBHQ3R4cVVpbE9DVUt3NVhOVHBnQ21UeUdsRVRPRms2K2t5UGxyOG4wRlJTaWM3SGVkU1c3NUd6Slk0Z0VJKzRORWpEVXAyVFJFQW5ZTDA1N0M5TXlGdG1VUjRib3B3a1NiUHJPUEdyODFGYzZTd0pySmx3OEVpYW05ZjBFVlpHNTRhQkMrT1dVZEdUTmtXdllSOGN1WlphQ0pCTE5VM1hVT0o2M1IveDZFNzBkTnlFU0ppTDJoTEpaUTR2UUUzSnFvcElsSWxEZTBKNWdxa2dkQ1JLSVZKczBHWHlEZkx6TzZrR0tzUzYwSitpb0dDUUVvbUx6ZS9JN1R6TXNIT2VGdlNxeTNBMXJlTWJsN29tNFByMloyb2FaRUFsVmJhNHhNZ0ZiZkZXV2tERDRsUFNYeFRsanNQQ0s0aGxEKzVQU3cwZkZwSFQrWk9NSEtUVXZDVW9rRkpiaDUzWFczRkdFakt2bzZqT0w1R0dVVEx3QnV3cWp4TGFDTkNZUFgyRTA0WjU2Wk54V051TXRSRUpSUThjZ0lXOHNFa0dJQkZoMHYyYTBaSHZIQWVkRmEwU2VqMHF6NnRxUFY5OE9HeU0xRlVvcWpUNGR2MEFkYmtCQ2FWSW1taDl6eFlIeVAwMlJqSkxPY3dBaWpybVlVV2FweWh1VEo1aHN5TlZiRVhOMlNtekZsejJMUk1kTnk0d0dDY2FrTDVlQkFTVVRjTXdSSE5Ya01DNFNBRGdHVTdldTBrR0NPdktVcnpuYmt3UXArQU5DQmE5enllaUttc0c4bmF4TDB4VEZLT2tjWlZmUXg0eXl6aGcrWXZJVVRJK0V1WHJMRjJsbUUrWUtacFhEUEtPdURmY09lUzBqSUpOUGUvMXlWc2x0OTd5bWxBMk1LTDFmaVFsdDQ5UEpTVDBBT0pBYXZZZ2ZlQmNsMlJMRitXdnc4enJYeGVkbHF2azVZVFlQV1grUjRoZ2xuYVhrVHBhWVVkWVp3MGRNbm1LdkkyRTBYTWZEaGpUNHNCL2VrSkY1a3gwalQzMk1Vd3oxOHRIS0hPYld4R2xWY29XWktlNHlwcHZpakV6MERUSlUxb1IrMVhGQ1A4a2tIS1FkSktxWjg4U2lQUGJpZFpJeUoyQ3JlL1BIVk5VNHVGMlZ2aUZsQVdHVVZJYXNnWW9LMGlaMTJ5YkU1T2w1SkhoQks2K1JGWVF5bEdKalZxRU95VDV5cHhBdk9na2ZPblllajl6aElZaU5CVGtFTks5b2NpcVhDWlRsNlkvazRuRHlVUmc2LzVvS0p1eWs2RkhhWUVFcHNWODlXaFNuYUwxdzY4UklhL2NiaW9XNzliWG13clFLTTBveVl0UXVIeW85WnBSVkF2dU55ZFA3U0tnNlJtcldHdTR0aU5mN3o4ZVM0T3V2cUZOTDRUYUFpWUE2TXBPL0hockU1VnBWdy9XWTAyRnBvT2ZQUGU4RGNyR2xpeExrd3RTa2ZPdmkvTnE0cXYrRXRIcCtmSE50WFp5WmUwcmRyR2QxMWlRSDlLTnhteGN2WGZaRzhrb2swR1VFUzBreXQ2SzNJb2JUbUZFMlNmWVprNmYza1hBQU92KzJEbnVITDRwajRUc0VReEN2ZUs4QlNNRHhwdGg4RG4yVEh6Mzhha09vc0dwOGVINGQwdGhYMzVEUGlFUFgwQWtLUzAzSUM5RlRONmZVLzR3anNWdGdEWUt4YzdNQ0pEaDFmbHlJUTRkOGlRWjlOSjhySWtyVUZ6VW5uQkpGRlpTbXExT2xDZE5neU1aRlBYc1NDVjdRN0NpRk5ZOTJrVi9HZTBYMDJuM1U1ZTZkMm56ekdoYUllOTVwa2pKbXY2QWlIcnJWUDJMVFRKNmtueU9YK2E4Q0Y5STlkcXQvalBUQ3h5NG5yRHB1WEp6NVI0cklmRGN2dElMZ1pYOW5xdjZMWVU1T2lWVGpsemtFTGwwOXdWdHhWV08zMlRvVTJoTmlrNk9SQjFvQVY3VE1Mb1ZyZGpITWtvNjd2U3ZiQWpwdnpIeHZvQktUcC9kWEIramExemUwSkJyUkpoTEtyWFJ4dEk1ZENlZVlManRxektOYjFsd01sVitWTDJhVUd3akU1TmtEU1BCcWtZV3dvVjFrbXBtT2lXMGFwUzZ6TmszdVlzSUJyc3RHRDZUaitEcmduRDVSanBoUmJpZ1lrMmN2SUdGMFd3V29kU1E4ZmlWNkpXdjJFQTA5MVBXSUlYRTA1TUZ2WVFOZE0xc0tXeXhtbEcyYThjVGsyUXRJaUY0SU1jMWh6MVpsQW16T3F6RDF0ZEREalBodWVsMlpFREU4eHpBeTBqaExZa2E1b1dCTW5qMkJoUEhJanJtaFlURFhUamRHeHNUQXFERGplU3M5cXliQTBoR08vcWc1UEl0cGlJbGFiOVI5RzBZNSs2NmJJditRTVc0RjJSTkk4SmJzeWJIcGdjalRiOFhvZ0RKS0poVG5JOFY3S0Rpbkw5YUFwWnJaUlRabkx4dm10cG1pU0tDdkd3WkN2SFRONW9qVkpmWUdFakw4WFFyV0lPMDkrUmhNeEovaUxXM01vMk1LWjlkNmVYR2cxNTdOTGQrdk0vSFFyRDFaR0ZhakxvS0VzVUQ4bHpYdi81aTNCRlh1U0I2SzNCdElpRGJXRFdzVE1aM3ViT3NnVGJQNTZXMnpkVEhENC9nc0pVQ2RlVkpzYnV5SWpjZ281NVZsTmF1ZmltUWtEMFZlR2tpQXVYYktid2tKSStKSzlwYlNqbm82N1VLL0Qwdnp0UkRuNXhaM1ZwTTd5bDh5SjVXNHNCRWl5ODBqNjdrVWtOQldoejFZdUxyU1ZvSGR6enh5ejVTb1gzM2ZUaXQyUmhtSEZBYzFvU1ZtcUhMeXFQUm5IUkoyMnI5N3A1d3p5Z1A2V2lmWXg0ME5LeFNjUEZzZzRYOS92NWw3WXU5MHlMT1dVMmVVN1RWT2RFY1FubFU1ZVpvamdUNlQyY3lkZXRaMjhKNXBPQjlsS0FjemxuSDI2Z1RQbzlQalZvZncxa3dqSGtLNnRvSjlUMi8xQUIvbHNoQ0xscnVKTU1EejZQUTRKSGovcVJFQk9tYUhHeHZMekw0bi9SN2dvMXppMTY5d0YvYW9ycDduMFZHeFNFaWYyLzBhMHVzQk5zb3dxYkp6WEZ5UjBtOEI3VjFyYzNyZGRnbFNaa2lBbXNET0pYRG9ZbkRCOHBnZTJKY0pwaWN1bVNjYlpYaU5GRUR6SUNITXJUMld4N1I3SHdtbUp5NlpKeHRsNklnTUNmUnYzQmRWTTFrZTArNEVrTkJVdmR4UDJPMGVrS1BLUnJrcW5CZU1ZUjA0dUkrRTNSNlVydFFYUmNLQy9VODZNaVV3TDQybXBERjJwYzM3bGNiMVFCUUoyRVQrVkFrQmd3UzlqV1J5dzZRWHA0MXZ4ODg0bHZianV0SURjZ3paS00rNS85VTVzUDkwZytVeDQyNWV0alBoL2VlZTd3RTJ5dmxtU0RnQW9FYk14Zjcwbm0vNWZnUGNIbUJJZ0V6Z3F3TTB4a21WRjBZbVlleU51blFVR1M3Ui9kQWU3QUdHaEpxN2R3aUhIeVluQXdyVHdvYjNKa3pDL25PdjlnQkR3a0lERXZTU0FITWpmOFVHVGMzRjNoL1BOYnVlOFAzOSt3bTlqdytHaFBVR3k5S3M1aDhMaFh2Vlg3L1I3elp2LzM2QzJ4OTdMTVNRZ0U4emhxOVB5QTgxYk9qRzVGME5BbDhjWVIvRHRRM2V2NTlndTJJdmVoZ1NzRVZnTDh2aHN6NTJ1SmNjaktDWjVkajN3dmJ2Sit4RkJCaWVHUkl3cCszWXk0dU1kcmdoTGZSM09uU3gybll2RnhueSs4ODkwd01NQ1hoejJKdytnbjE4Y3NxK0NVQ2JoelhlSkQreXFlUnArLzY5MlFNY0NWWEJYcGRiNGQrdEQrUzd3cmFGMjc5NmFyUHVlL1pLRDNBa3dEOXArUzV4TVFCRmdXOGVWc3dkRnB0NzM3UG5lNEFqQWR0QWUwRUJMdzJxYjQvS0ZrS1paTmVadkdCZlRkanpBOS9RQVBxMHB6WWcwU2Y3N0ZkREVML0tNaGZaaXpENFFDVlBZcm4ydlh1NEI3QXRDTThVc0hNMHFtRGtmNGJncTVDaEhDamFUVVdQTjN6a0YzcWN3VzZ4bDhGL1VJdTR5UDl6K2FiWVhKWTVjTWQ5bFdlbGY3eTJvU1B1RnRNOHFZZjljeS9wWWVhNnlscGcxd0hKeG52Wi8zajZYekltRTRpTDVCbGovN0ZZSnVCTERVWlQrTEo1bjFvbEpQU2J2VjFCTUNGeWtreWZxQ1JKN2xLaWRRSmZCbUV1ajVYQk9LMFE0Z3ZHNS8vZ0VmempWSHkwMkhYNFQ0MVgwV0I5eDJkYlRUZExKNkcrVUZ2cGhJeFR0c2dQMloyVVozMGc0MS9QKzBEOXYwajZGNDNoLzRzY0R5UTJ6alRPMEJKTWtHKzY3VVloL2l1bmtaUy9ITnF4a2lJNUdIZGcrcDNqL3JWWFNKU1B2U0twaWhLbE0vYTJHemR2K0pFaytjMk5SQ2s3eE5iWlA2cDFFc0pBNXAvd0hlTjNobUhyeS82cGtoK3Z0ekZKZWhiNDZWY3loUFBzUEUxVEhNdkxOcHhkUkhpRjdaS1RxVEFKS24rdk92bDFvSlV4Ynhra1FUZEtZNlFqWmUraDUweHQzdkMrS00xa3d2Zy91Y2tRc2xSR0c5ZWJYRUhVWC9DZTk5NGl6cTE1V1ovYnlteXBMbnYrU29nci8rekQ5OHIvTW5DL2ErRlBtTE5TajI0QTZZMnJTckp0clRaMEpMNGVkVjVXOG0xOEozL1FicGlUcmJZamFsOFU0aDFFWUt4WXIzaUZwT2VHdzlwQUt1cWVVOFdPQW5SVmNuVkhKWnNWeXZyV1htcXlmRlVZOVdlcHZwenZ3UXQ0T1ovK0l6QzVFZkdTUHJOWlV6RkovMmFZZ1NocDJwM1FJMVBuWkNjRUdzb09OaXlFc0p2TjYyd1o4VXYyWGIrR2t0MkxZQiszV2psYjR1YitGSGlxcFNweWRzendDcEFRR2pGM1RJWVZYTENHY3hPNVlQNTNDaUtxcUcvTkpQVEtjMWhnVGRDT0xvQ2xxOGowSnl5RURlY2RQbXRvT0QvajZwQWN2ZW9kSlllKzNiQmtZVVB0dlNsUjVXOFo1RVBMditVNlVjOXd3bE12SWVZQ0lJRmRtT3FjYWwvRGpGb1BEMXBwaDlhQWxNN3JqS053eDNKTTdPaHFUQ1F1ak52VkM4a3JJbTFGSnVqRnV3VVorbFkwbTdKeEhkVmUzSHBEUHdiT3JyS1k4aXFzdWMyWjk4MGQ3bXZTcE85RUlUREFyNUhTYThtTDBSekpocGZTcm1BbjdJNktLcEF3dTVPaVRjb1VvMm9BZGlkOGV0WWFaRVlUUXAxRnh4dHc1cUlybDZ5azVwaFp3Vy9LaXN4QXdqcDZaejJsU3c5c1l1Rk9rckZjZy9CZmNRL08xbmZIbkRBZVcwMCt6cXFEQmVzZzY4eGM2b3JNdURwdFpIWDJnSGY5QXVuS0NSNFlEVFdvUTNNdStYS2lFcWhwRjM2WUNnNEFBQldGU1VSQlZMYUJCSnoyYmpBNmpTb3ZTMHpFbTAxV00wdUVKNi8wbE9jTGQ5SjJScmpjTUJjakwvUk43TTRpMlFZU0p2ZzNFTkg2OUJXWi9PNzBRVnNqaVZ2emN4QUtiWlhaTW5QRC96MWgxN0Zrd1ltMFYySEZYaHRJV0lvc0Ira3JNdFVHNDl1V2Zib2JpVG5Zd0t0QXdtSmlsUVdPZWdpeVVNVm5PUFgrM1RFbnRJR0Vvck4xOEx6MDN5bVpjRlJVM2p0ZDh4L0F1TkdGU3E0eGRjUk1Ua1QzeWlEdlVKK0lWZDg3cWpTdWNCdEk4Q09yWS9xS3pGRHlOd0hpK3FDZHVINk1HeFNteUt2NTdWQ0k1RDNRMEVhc3d0TTgwOFR1M0U1b0F3bmhsMUFWbndsS1NONXc1aCtPckVjc3FWdmVLaXd0OUpHR3hFWm53dDBvb0YwckVaeVZuOTZWeHJhT0JQcXZWSnlsYlBxS0RLcXM4Q3A3d0QvM0ZKakE1b0c5cXQwWlY5VUc4Ykx1Zmh6Q1c1L3VySVlXUzdlT0JKb0o4NHhxTHJxK3NiU2t2RUhQM1ZId3A5RzJFcnBpTGFFMmx0eWxBRlFoRTV4empmRktRbFZ0VGFaMUpKQk1tT1RFL3AwSDB2SG5YUzA2blVyYW9Ub21Kd05tclRNcEh2bmUrMjg3ZmhoMEhwMTY4ZWN0dWV5N2JvejhZOU94ZTZmcXgzNWdNMGhQb2VIRXRRenFqc3JvRmtncjFEb1M2TlpXbk9reExjNkk3a0tENkV5enRoWm85MGxaTUlDdW1HRzU4d2lUU3ZPQXFQdjFSWjB3VmhUMUtTRmVFK1liOVVVOUVPTG53eGo0R2pla3REWEI3Y1hkZHEwamdWWkg4V3U3eTk5Nmd5VjJkK3R2cUcxQzZnZjRIMlNPTVNXUE1KQ1E4MSszVmpRY1o0cml3ckwza0svK3F5VVJHdkhQL0s3bi9iRVFQOHZJd25SZFlVSHkwdFpFbk4rSXhLWWViQU1KYzhSaDNLWHk5SmljNEFmMTZWWFRPdVVsZWVPUUZrcCs5ZkNqdDJHV2JIcjNYNlQvVTZmVnB3WDFSZzZHZFZHVEw1MlhFLzBCd2JmZktCQ3RuYzQxNE42eUhFMUlOOXdHRXFxU3dYT1JkUzVWOWdaMmZUM2Fwamw1dGFNcjJBSFgrY2Q4SUtHNGlJTjdQYkk0cVYyVmFYTm13emxzSUpFM1lLSDBJVnBWSWc3VXlkV2Z0NnRMUkJ0SW9LdWM1Szc4V0lUejlJSjlyaGFkWGtXdFV0YnFRUTNkNEE1VFNXd09YL0NrK1ZFbXpCa01vOWZVNUY0NXErY1EwREpyNit1UDJZK3VVQytUTzdzTFNybmxwQTBra0V4VTdnMFZXejVkRDJScnVoVzBTWDFFYnhuSzZJZFRUbGtjeXBTUGV2aGVnNXJqNFNrU050L1RNdWVjV1NjZy9VTzcxRVREN1FUUG8yOUZhZmR6VGlXcEJ0cEFBalI1NCtxblVtWEtFby9jM3JIeDNmSU1hVWxBNG5IYVlhSXFObXVMOHRMaFR5bCt4UXk3NXhXMVN1RmJMYlBBbG9lVnVEc1lDNmFmaGJqT3FTWE5RRHRJWUZqVjN5NUlrek9pamFtMWtYWWQ3ZEF2YTlNaTlRUVpHME8zTGphbktQU0pHeXIwS0lUTFA2UUZ4ZEMvS05KYUp0WVd0V0FndG1vaVpSNzlBNjNEdWdwUFNOUGZEaEs4YjFyK3pGNHBUZFpBRzZKMVB1VXEyaUsvb01VNjJWWndBTUhjdXZORlVDRFlKay9vZldKWUJIbHRxeFlhamgySTZFakI5dlRMV0NYY08vYkQyMjQ5eENNNjliZUZCTytEbHNINldxYzF0MUllcXNscUsvbDJLMC94dEs2cHFQVUJXekZHOXhrYm9DOUUyaEN1Rzh4U1NtRHZ2SlYxRE1XV3dvd1VOQzczTDZhbm14MXdnR3l5U2xSN1NQRCt6b0oxeGpDZDZyTXJkdGVtTGNwYUsvQUNobUdaNXdNU0pzTndsWVZnTVppbWxDVnJsNXhnclpxTHJES1d4dGhuVVFXNVJSdmxlQTdjaERRbnBzTkFtMGp3dkgvUVdBalYzdzQ1MkxKNFZESGJNblBxaWRZazRKVXhES3U4UGlDQnpZMDVGc0pLSVNYSlNPRlZ1Z0NRWVBQbWhiSlFjRnJhLy9Cdm9wSXRPdUN1TGlQQnkzN0lKd1ozNFNRU1BiSkZSOFQwWGRwUmczWVNrbXcreXFzREVtYkRNSHJJaHJCcHRDdUZ5dEVpRXFCK1VrZTdtbWxZQjlreldhaGpiOXN5QVRYS3I2QzV3ckZqUHBvUWlQUjNrMXk3RmIxaVQrQXcwZDN4QlJMbUxSdGtlVGxsUXRCNjVjYlNoRDJQSTZIWVhDYWd3TjBnWkZYUGtJRHlZWXNkamVva3ZCTWtlSmtnYk9xdzdaMU8yS0N5Y1pSOHZ2cDJXa0hINVd2bi9rSzd6NkVEWUZJTUhaQ3dhRU8weWJRaDdEUDRTdnJwRDM4dXoxYUh3cGFucmRsZ2kvTmYxR0pyVE1Dekl5UjQrUHFsVVo3R0UwTkNIS1hlUWdMR2hUbm5PZ21Rc0dHSEE3TlZIUHRsN1k1Yk93S2s2UjBGUmNEcUNWc2pnYTVSTjEyR2V3SUpkRncyclJwK0lERWt4RkVLdHB3eXR1dDN4eE9hMjlWd1ZsaTFEaEt3Z2p2dTVUcmpNSEJ3NWI4OU1kR3lUS0R0YU9NSmxhSFdDektCL3IrQ1ZwaUdFa05DSEtXZWtnbWo3Q29CWFNlWmRaRlFzVUdjUHJDc052cEJEQ3VkUW5Fa1JQV0VzVkRib0hLUUxyMG1FNzVyMnlNOU5Tc1QraE5EUWh3bDN3RE9yYjQ3b1FHMkh1QnN6RkZoMXZuWXh5T0JSbldST09kSWlPNGkrMDg3YllQd2JkcS9YVm9kZklkQldyOE9xcGhxVTA3ZEV0dUg0aWoxRkJMV21ZNklIWUd6SlhDUVFLdERKZHJnVE1HWUlMWkN3c3BScHh5cVlaVTZTWFJrNlVaMEZocDNrRzFvNWFQRG00bXNWbWo0cXNyY2tOWFFhUHNaUjhtS25yYXBwVkFBTDhlR3puYy9kWUlPcWRoRTBoZzNiRWg3WUFqU3UwbU9oS2lOc2FZbm1DNEUxWVJmam5Kb0pveUU0VmdrRktNdllFWDEraFd6ZmM2SUtHZ2NidHNJeEZKaXVsVWJwRkxLR3ZENVduTHZvanRJSUd2RGZJUUovRzhTZ3c2T2hKS0JoODVlbkhYS1lYWGc4SFBTRWtiQ1NLeHlYb2lLcEtFSU5Lckc3SjdjL2JJNFN0aUx1M1BFNllwZER0RExzYUhEMEp1UnBVZ0hDWTVsU1JlQlZmS2k5bklrTERuR0JoaFZWM1VtOWNCb1R6c1JMSkF3RW5LeG1MTk1tNG9uSXRCWU1DcHRjUWN5NFpNL1hEUjAyVE9PRXJwMGxXWHBycGRlamcwZDNWaGtLSFdRUU9lT0xFMFdRb1pKWFZvaFlXeURnczdIdGZERlV3ZHQ4cDd6S2NyMi9udU9UNjE2WTIvMWp6eVBndEl4Skh6bU12L3dXeW82UHU3eEhYemgrbjBxQWFTQ1pXLzhsaU9Ma1l4eDYxRE90YVNpUk5YZ1daZWUwMWo1bHF2YnltOXEyOHQzMFRwem4vVVBQOWZ6VUVidmpOQ3l3Nyt5cGtoR0tLbElDTWQ1WFdQM0gvUnliT2hJS3p3ZEJsMGtsT3dtMitZb2hnWm9oWVQxbzVSV2RqWENVV2RyS3U5RlV2OUlTOGJxdUM4T01RMHlSTUszeE5rMzRpTFVCaEhNMVEvZmZOT1VCTzFRL2RxYnB5U1A3eGFieDMzeFFrcVhwSlpIL0NNTlU3Z1FzODZQOGpaU2NhOFVXUjE4YVM3UC9BeTZRN29abVF2L2RlTzFsd21oUDZFZXJST3BSd0p4OGNINmZYZXI4Y1YvYURoMm83b01IcVVreWZYWW5TVjNObERyZnFMWnhNTkZ3b3JneHdrNURBRmxYOWJaeTFMN1VVaUkzR01jak1pU2RRV1U3RTIrRUY4SXpsZThod0x4Q2szR0ltRmN2QWhSZDZxaHBVME5ITlVscnpDY2h1ZHI0dUlhL1V1VURmaXpkSnE5dlBSS1RESUtNbGVMWE5LbHBQNElQN2lONWVJRjFhMGlIMmxHeXMxUU1hOTJwb0pJWDVlTzFsa1N2MDV2TmVFTzVJUkVmaTRRUHlJSlFScDFsQkpSZzRNU3ZxeDhQZkE3OTdURFJPQ0lReGNKTUNnd2xYOFFMVVRIMnowZjhxSy9GQklHakh4VXRNc1J0YUFvOUowbGRKQWFBeGd5VHFtOEZnbjZNMzU1VmZhUmIrTVZxaWNvUzZhRzkxUFdxSFBsWmNNKzJkUHlYKzcreVRsNnYyWlYwVEcvNVlnOG92aGFGQzVabDErZ1RkMVpPbm55Zm5IdUpCenFvN3RtVW5MMDJjeVFvR0dkQjJScWprb09TZnBMNnJwbVhnWmNTa1NOSE5oVm5sNzQ5VEY4ektHYkdYTXVFaUFCMkxaNy9iUzhyMnp0VWlnSlVnb0o2RWxHRTlkWkhMaXgxZEUzQzZWWm1FTjd3cHlDbmYxSVlrRVBPYzZ0cFoyN3F1RlUwSk5laUx1UDBwbjJLVjR6ZFRiTlNjZGw3RkNhYUNCU2pyVUpoL2N3KzlseWczR2JweHlCdllqQjYxeFNrSzNSNDIrUWEweWphVkEzbmxNaUt1VGkzZ3RSS2J2L094S1pReXRBd3FKbHcwVUNmWXBwdzZZVkQwcnBabkZUWUVpQTFPTTlPK2VxRFhad3FWTXZLSUk0aWxDa3JVelF1alpnVTVGWnF1Ym0vTERNQ1ZndXl2aDFMYXdEVWRyQVA0MklYa0RFUGxlVmw1bmx6NG1HL1FUR2VEVk01MlBOeHcvckV0cE05M1dmMFpsNW5iNkNTZG1zcml2YWs5Tlk0cFJNWGYybVRTYWlpODhCdHd2azYwNHpsaDhnUVkyUGlzSE9ZdHFrNVdpRm8rVVBEM0pqWjJYaWtpeU1kYllpWTlWUDRJcUl2TGplSkJhTTNSMERPeWtqTFJMbWRDK1preEJnWlUzbTZKTXlldEJNN0FFOXJvR01lT2g5aHJSNXJyUHZoc3U0Yk1Dd3JuS2hZWk1tUDU1OXd2NXJIajUrd01zczVRcTFJRmFuUWF3MUd4Uk1Yd1dxaXpnbG9rTE93a1lGdS9vYi9kQUJXcXVsR2JGVmRaR1E4YzBVOXJ6N2FUS1R4bmlLTXVKVHQ5ZkozcXpOeXBBUitqSkFkNllQU3AvODRXcVM3UzR2TDlSR3ppTGhMaXY5SmJoSUoxbVY1Y3RQMDhNS2NQTWhuNGIvcGljenl4WHNsUGFxeDUyTkU3SHNhRWZRSTU0eUpmajRaYlRBR2JSdmVMRTZqUmcwTDdpQjNYbEZaRTd4elNrWjZ1dGhSU2FxVzArc3Ewd0pCQmZRQ2xsSExkam1LQWFyUmlSRDI1Nm1xTHpGVFhFeG9CVzVzQ0Z6RnZuUWsrUmcrM1Z1Z0F5UnNLN2xoa1dDOXhGSnlTc2FzUkhvZVRzM1N3a0ZBOWd4TFJ4c2hDb1cvdGJFMlVvWTh2QnZYV1paVUhxWHdPRXBHNGxPVWExQWpETitJNHN5VDdpNnN6b3hoV1FpT2xBK3JRZ0RacWNweHFFa3M5Qk9ZMUw3dXYzNFRJQXVlRHZqSWx0Q2hGMHc2TitWbXQyZHpJVC9pVUtpQU82RWtwODRkbENlQnk1QUw5ejBSclJLV2VKTlJNLytkb2dNVEpxS0pFRS9JUkw2OVlJU0lrRm55aHNrTENrNHFlOGZRYzVNcWd6d1NVL0JST2h5OW9IWmVhNWlRMTl4VUttalMrTEhiQitaWit0SjNQaGg4ZERsV0oxR0poaGx1V3hYeExLeVhzUlJ5b2ZkWWhuc2h1Y3J0OUt3NHlLU0ZtUGVvMjhMWklTNDRmYjdQTytPMndBRUlWNTgrVzh0Vys2K0pHalRUS3FpV3VwcG4wOGZUaGozVjJtamYxVlI2MUpWTHZZR3hZVnNzTGxJNWVSMlhCV1ZvUkFKS0wxS1VTNFNNdC80UXlNS29NTElEY21vM1BvajI0eWtRUGVEMThnWGt0THg5b0Y3azV0ZlVLSGNaM0d3c21GVGpLY2dWaytJVityUW5hR1dFRGVUUC8yOUorMGdzenFObm1DV2pnVzdoRXdvNlJXSEJLMWxHamE2OWlTWktOMUJ6WUtOa1BNbXIxT1pyUFM4ZHd2eGhpY2UrWkJkUWZEZEJISFZ2OTRyOEgrU1NZS1lYcDR3R2pSUm5nRHl2eVRxQUpmbi9hWGRMVkNJRFI4RWh4eGFqb1NIbFkxdlVtWWxqTXpETnlIWGNHUi96WDhvcDVYV1F2UDVCYWJGNWhYditjajdZU0RreTRDaWkxK285K0QrcFFTUjdKT2hURVF3TW43WkR3UkV3dXlSZVoyQlFySnBlVWxzYXY2MDFoR2hSSFZqSHEzUnMrdHVxWDc0MnB0dnV1YVE3Y0tsK2pYMGIwd1I1VitFRGxBL2pPQTFVMzY0YW9KbGRCUmNLRzVoOFlHN1FDMGFMaHlob1NMWHg3YmhYcFVNMmpVTXhwdHVoeFE2dHl4enFKOXdVa0c2VGxNY1E4SUhoYmo2OXo1VnRGSmZYZXRRSjl5a3p4aW5aSFdoY2ZsWGRlQlhNUzN6MXo5dlk2MW5qS29HQStMWTdTUVZmOVVtUkpHQTkvazJuL3NFUGpla2MvQTZsOVFxdHFDYTRlVmxiZXJuS0dXUFFjSzRWbkZZZlh2SmkzT2hJMWZRd0d2MzhEMDNicHBqRmhOSFpoWHI5MHEwSE5CY0kzZFZKVXpnTWdFSW1LU1VFQW1QS3hVbWI1RlFrNExHcjFBMnM1aVFYemxJZU9OdGZEN21xOXJGbVkzR1JHOVU2am9RVitUcTcrQTVuUEViQzhSNTROaHNENGo5Vlp0WjdXRnl4cUJSTkJxVnllQlFVcEZERVhYZFpMMmtubHlRUEluZWczdjRyVlAxRytRU0ViWjBDNW1BV2Y5Q3loZ2lvWjgwdFdIMVNpVlNaME15NU9PajRxWlFLUHZSNDFQaXlKditaMk1LWXNhdms5SFpEOTNrSDNtQkN4Vm4vUExxT0NrZUNkQlhuaytpVDlFQzI1RkRMWWVTWXFOczlqK3hYRjBpa1NXNzVHelpvQkFKV1BnUFVsWXJFNHA2d29SSWdQemU4UHAvS2dtYTdDSDFyWkVRNW12UHA4ZnZiNmtVNU5BOFBlT1JNUHBqZVJaNWdYTEFsZmo2U0JHY0VvWGhhbEUwcStoTDYxZHZuYlpyVklnRUkrNE5FakRVcDJUcEVBbllMMDU3QzlNeUZ0bVVSNGJvSjAwa3FPKzFsc1JGV1ZzOEVpYW05ZjBFeFpHOTY2S0NCZ25PbDE4RFVUR3BsKzZ6ajI4ZW1qY3pSTUpFeEo1UU50cFVFWHBDVG9sc3Nra0Z5aHZhRXd6eDFKRWdnVWkxU1pQQk44akg2NnhLa1VheDBwVzVwa1F4U2lad0pEU2VoS21pbDladmk2ME1rVkRWNWhvakUyRHNVVDFDU0JoOFN2ckw0cHd4WFhsRm9VMFhudmRKbWNoSEpibStaT01IS1NVWEI0V0V3aklxNFhYV1pweGFJZU1xT2lLelNCNUdTY2ZISEpQcWxFdnFNV2M3WXF0bWhVZ29haUZpa0pBM3Rxa2dSQUlzdWwvN2lTYW5iN3RRS0Zpalh6NHFGRTdHcWEvSWpaR2FDaVdWUnAvK215QTJSZzFJS0UzS1JQT2pMN3RRY09CcCttV1VLQWhYdHNZeEZiNUVmMXRycGoyTFJNZE55NTR3U0RBbWZia01EQ2laZ0FPdjRLanVMNHlMQkFDc2x1citYVHBJVUVlZThqVm5lNUlnQlg5QXFPQjFMaGxkVVRPWXR4dURwV21LWXBSMGpsSkxrMFZuM3J1UDBWQjZiOUdJZ2xiQ2FKNnBDV2VRa05jeUFqTDV0TmN2WnhYdEtMV0F4cll3TUx1VCs1V1kwRGErTFNyYlNSSUFoMktqcENyQ3V5aEpsQ2pPSnh6eU90ZUZhN002WVRZUFdWOFdZNVFrRmZ5L1pmZktuSXE5QkgrRFZ0cFpNS2JzdkFFT1JsN085U1hkVHl0em1Gc1RwMVVIclRBMTdDNWp1aW5PeUVUZklDUFJ2bFRIQ2Ywa2szQ2tlcEJvWjg0VGkvTFlpOWNKa1FHejFPRnIzL3d4eFFDTzhGZWxiMGhaUUJnbGxXSFVDZzBWdm1SL3E0NlJ1a2t6QzhLWE14b2Jzd3BseVQ1eXB4QXZPZ2tmT25ZZWo5emhJWWlOQlRrRU5DMXBjaXFYQ1pUbDZZL2s0bkR5VVppOC81b0tKdXlrNkZIYVlFRXBzVjg5V2hTbmFMMXc2OFJJYS9jYmlvVzc5Ylhtd3JRS00wb3lZc1hLTjVWK3lmNGVnS2EzclN1STEvdlBoem5KMTkvVGg4Wk5ia05LL3pOclhpWi9QVFNJeTdXcWhpT2IweUZKb09mUFBlOERVdTJpS3pQa3d0U2tmT3ZpL05xNHF2K0V0SHArZkhOdFhaeVplMHJkckdkMTFpUUg5S054bXhjdlhmWkc4a29rMEVWeFMwa3lWMUQ2VFZLTTlqQ2RJR0p1aldNVmU0Y3ZpbVBoT3dSREVLOTRyd0ZJd0VHMzJIeU9EeHJvNFZlYnNvVlY0OFB6NjVER3Z2cHZBaGx4NkJvNlMyT3BDWGtoZXVybXZzSS80MGpzRnRnRlllemNyQUFKVHAwZkYrTFFJVitpUVY5ZnlCVVJKZXFMbWhOT0NWSEQ1b0ozUW96Mk1KbVZGbFJqMmtWK0dXOHkvU0NtSGJsN3B6YmZ2SVlGNHA1M210U00yUytvaUlkdTlZL1lOSk1uNmVmSVpmNnJ3SVYwajkzcUh5Tzk4TEhMQ2F1T0d4ZG4vcEVpTXQvTkMzTXVsZjJkcWZvdmhqazVKZHBEaGlrT3BVc3ZNQkplWEczYXVOQ2UwRFFMVHpqUWdwamgrWGZSSDc1RGtTVWRkM3RYREZXZTdUUHY4UnkxN1JmQ05wRlFicVdMdTlKck9hYkxqaHJ6NkZhY0hIZzJuRDZaRGhnMXFwT0phSHkyaVlTNTJVWVN2UkZ6Z091eTBRUHBPQlpyUnBHTVM3ems0a29SczF0akExdEd3dU5Yb25EVzdDRWFDWFU3WnNqY3V5VkcvTzFOS1NQYno1SnVOeW5KK3NlMzNURzNpZ1RZbkZkaDZ0dStoNU5rdngxYXJrellkZ1o0NjcycjhiVFQ3SmJ6THRuendpWkZndWd0Z3liNVlGU1k4YnlWbmxVVFlPa0lSMy9VSEo0MWFReWlzK0pVODhSTE1TWHo5bTFhNWJkaWZnSU5KUk9LODl1UTYyTHlYRGkyTlpKZlc3c3N6R243THV5Qms0L0JSUHlwdFRDaXVhOXdkcTJYRndkNko5dmM5LzQ2RXcvTkc3U2Z3bnBBbTRqcGRHZGJoM1UxbTUvZU5sc1hNenlPRDVRQzFKa254ZVpHRjluWWsxVkxjKzJVM3hJU1JzU1Y3SDIxbm16dTc4UFNmRzJBRnpvV2U1SzlTNGFwQnd0WFYzcThNU1AzVEluNjFmZnRnTXYvRHc5ZE1wM2pvb2tpQUFBQUFFbEZUa1N1UW1DQyIKfQo="/>
    </extobj>
    <extobj name="334E55B0-647D-440b-865C-3EC943EB4CBC-2">
      <extobjdata type="334E55B0-647D-440b-865C-3EC943EB4CBC" data="ewoJIkltZ1NldHRpbmdKc29uIiA6ICJ7XCJkcGlcIjpcIjYwMFwiLFwiZm9ybWF0XCI6XCJQTkdcIixcInRyYW5zcGFyZW50XCI6dHJ1ZSxcImF1dG9cIjpmYWxzZX0iLAoJIkxhdGV4IiA6ICJYRnNnSUZ4MFpYaDBlM05qYjNKbGZUMGdNVGN1TlNBcklGeG1jbUZqZTF4MFpYaDBlMGx2VlgwZ0xTQTFNRndsZlhzek5Wd2xmU0JjZEdsdFpYTWdNVGN1TlNBZ1hGMD0iLAoJIkxhdGV4SW1nQmFzZTY0IiA6ICJpVkJPUncwS0dnb0FBQUFOU1VoRVVnQUFCS2dBQUFDMEJBTUFBQUJDcUFubEFBQUFNRkJNVkVYLy8vOEFBQUFBQUFBQUFBQUFBQUFBQUFBQUFBQUFBQUFBQUFBQUFBQUFBQUFBQUFBQUFBQUFBQUFBQUFBQUFBQXYzYUI3QUFBQUQzUlNUbE1BUkltNzNlL05tUkNyWmxReWRpTHJwaGhmQUFBQUNYQklXWE1BQUE3RUFBQU94QUdWS3c0YkFBQWdBRWxFUVZSNEFlMWREMnhrUjNsL2R1eTdQZHUzZGxzQ1NGVlpWNkVxRk5wMVNiZ1VDWFVOdWJ0UW9LeEpjaVNSa3F5clN3NUlTVzJvVWpoUnRBL0tnWlRBMmJyUVFFWFJtbFlRb2liWUZBcUlFcnhFRFgrRXdDY1ZrTktpZUFzY09WMWIzVFh4M2g5Q012MittZmxtdm5sLzFsN3YrdTdkN1R6cC9HYSsrV2Jldk4vODd2dm1mVFB2YlJENDQ2SkVvTzlqemJ2Q2FNKy85TGFveE9jOUFodEdZS1FzOW9rM1I5Ukh4QzhqRXAvMUNHd2NnVlh4a3VCSk1lNVdPQ1orNVFwOHppT3djUVQ2eGYrQmN1RjB5S3ZreW1LVzUzM2FJOUFPQXF2aUtLajNpVnQ0cFdOaWpXZDlPa3NJMVBidFBuRGd3Qzc0dDN2Zm1aU09GWmpPYzFLblQreTdZUzlVMlZONUpxVk85OFI1VFIvRkxkM3VzUERlcjNzUWQ3dWxtckJIS3Ftc2lpQlNrV2pyU2JWTnFHc01pT1lDM1gyK0pLSnpMQ3J5NXd1UHdBTUg3eXRMZ3F5OTZ1UHZUZW5PaysvV09xZGY5ZTczU0ozOGZUT0tWZnYvUHFYT3V1THYxNDFLN21HVERJTGNBMWMxOS8rRUNaYkZLWmtiRnJXMXp5djVTRTE0NzhjZ3ltQXlEME1rempSYTlpeGZCWjJuUXFielhSQ2Nxek5CbThucTJ1ZDBqZUVhbXg2TmxJUUFsci9ldGxZUzh5cFQrVUZOdlBZTHgzUGZmTERTL0tIM2ZoYWhUS1lHZ1IrVDYvUXNybE1RWW15ZFNxMktxMEpjKytuandlSHZYU0hrMDUzU3pkWEU2OFBnM2hueERxcWJGM0tlRHRucWVPN0gwRk00Ymw1YTlkNlBBTXJvZVJ1TTA4UTZmWXZyRElsbjE2blRzcmlLN05ESHVORThwaG9kcm9nRkxkdHB1RnVZRElKN0g5KzEvOGhEd1lqM2ZnYXlqQ1l1ZzdIVkxpYTFod2s2NG15cTlnWUtxc1FvY0t0R2ZhUWlsbVJHa3d2U2NPRlFsWS9hNncxNDc2Y3d5ZTdmQk1MRU9wdWdVNTZLYWJVaFlLUmFNTlVPa2ZVYkVacGR3YWdRdW5nQVk2RHFLSHJ2UjFCazlaeEFtRmhYRTNSbUptTmFiUWdzcWN6MEtRaG14TFJ1WXBWczBVbERxaDFtc2M5N3Z6YUF2a0NxQ1lTSjlTUkJwelFaMDJwRFlFaDFxNjFrNTAvQm9EaXQ1Q3VpcVJXMm16bWM5MzRXczZ5bUVnZ1Q2MnFDVG9la2FxcEoxWjNzVW9OMi9nMzhVck9yZ3BIMW03bFhrUjRJV1YyZnpCWUNDWVNKZFRCQnAwTlNUWjA0ZVB2ZUkxL2xWeXJTbENvSUlKS2dwbXpMWkxLQ25SVHhIekVpWHRtbk00VkFBbUZpL1V2UTZaUlVzV3NFRlpwSVFWRlpSNjhTTE5XQVhpeUtOK0FsbVVFZ2dUQ3h2aVhvZEoxVWZVS3Z5T0RWcStLYzdNU0tjWDltVHVXOVgyeDRzaWRJSUV5c2t3azZYU2ZWRG1FZS9vSmdWVC8xblRRVGRYcjY4OTR2TmpvWkZDUVFKdGJMQkoydWt3cENVdlBtd3N0Q0JkVnRuR3FiamxONTcyZEF5bkFpZ1RDeDNpYm9kSjFVd0tOWmMrRVZ6VEJZSHdxVmtDTHEzdnNaa0RLY1NDQk1yTGNKT2wwblZaRnZrcHJUajMvOVF0UlZiMWJVNDZEM2ZySEJ5YUlnZ1RDeGJpYm9kSjFVTTJaREFseCtWS2kxUlppOUw2amVGSlZ2OU40dk5qaFpGQ1FRSnRiTkJKMnVrd3Fpb1V2bXdrQXFOWWN5YnppVXgyUmgxVWMrRFVnWlRzUUlrM3Z3OXViK2x6czlqdWtFUWJkSkJmRk90a01MTm5DcENQcXFqb0tPcU9VYTcvMmNjY2xzSmtxWUlmQkRaU0d1QzFtUG96cFExRzFTZ2FPajZSTzBQZ0FiUytYMUI3WEYydmFzekhydkoySEkvSjhJWWZySzRzNHdlSC9OcnBuQUhVUjA4SjQ2SjFYZlMzZGQvWVNCWndoSTFUQTVJTlhUTWpPc3o4dHFubDZsS1piUjlJa3NJaEFoVEUyOEVYc0pPM3ZsV2ZVNG9vUENqa24xSkxCSWlMdlVCWUlBMXBCZFV1bXQ2elU1MDhwWDVIeXJ6Ni83RVY3WlBydUUrWkIyT3dGWURqVTF4dDY3T3ZKK09pWFZkbkhqTjhJVFpmRWFqYzcyS0tuMG5wZkx4RzJnOFhPMW5PeTluMFlyNnllSE1QbXlDV3N2QzdNdGJndElkVnY1RFFnTVVHbFdBUVNyTk14UzRhWjREVnlwdVJRTVZTWmt6bnMvRFVyV1R3NnBCc3dDYmdCeFIyT3FIQjExUXgxYXFxYWFoOE1pbjA3Z0pSb0dLMGFxbmFKNVpVVTlDdmJwQ1paUjg0bU1JdUFRcHNiMmxaVEZUZFJsUjBjSk95UVZiVE1IQXpVdkc0eVRLdFJYLzJoWjNOeVE2VUhXTzEzb1Q1bEVnQk1HSmxMS3oyQlBGKzJzbU92b20raVFWTFNQTXllMGw4VkxoTHJ0SUVCTFpYUEh0ZHg0djBmdi81UXROWlY4SWpNSWNNTE1SYUxhUzdxWFhFZUxPaU5WY1pydXY2aTlua3NqTjZkMWpmZjdGbENPTm9KU08vNmNKUVE0WVdDRWJkZkFNMDNxSE5mUm9zNUlkVStvbXdsVzlEWXFsMGFZYTVBS25RZkZXWm5jS2M3VVQxVGVSR0ovemg0Q2pERGdpL1JiTE5oTmlCelI4eC9Ub1J2b2pGVFVTZ0F2enFoZHhDNk5YSXBwYmZKK1ZYeUMyTkVNYlNNK2xURUVHR0ZnU3NXOENyelNTUlJqT3RUN2JwRUs3S0dNbmVNbEd0UjRaRTZseE9UOStzVXpLS2paMlorcDVoTVpRWUFSQnBKa202QnpZTGRvc3N4MHFOZmRJaFZHMGtOb2RIMVNIZExlcjZBZUpnWllWNmxUL3B3UkJCaGhSaDFTQlREY2VxYk9kS2pYU2FUSy8xcnk4UjJxbEhER05iOEZrTHVrZ3JVL05ydFQxZFNDRGI1cFUwZUIzcmVneXZ6ZmJDSEFDRk1ReXJQb0RsWW9oclRSaUhvWnFKQjR3QndvN1lCUExjcElsUnRSVHlBVmViK2RGSjh0SFUxcjA4c3ZOQUtNVkl1ME5VNzFDVGd5clZKTWg3cWJaS2tTQ1lYQ0ZzT1BXMTZtb0ZGYys2dFQ0N2oxSldxcER1bFk3Q0R0bnloTUduV2Z5QmdDakRERkdLbjB1REVkNm4xcG1sTDIvR0tnUXRMeGxvYlZpYWJnY1VDKzc0ZHpxN29wQkZLeEQreEpNWG0vWmIzREtoaDh6cWo3Uk1ZUVlJU3B1bC85QlV0MVNuV1c2VkR2WjZZcDFka1pTWVhoSjV4YjFVMVRRQ3A2OHRReTJsZ1YxUFI4UGRoT1VYbFR5eWV5Z2dBalRDMk5WT2liSnR3T1Y2YmRmRHU1M04zWGo1RStiaU5HazROdTBBZ3hlbldPTk5TWnZCKzhIVCtsSk1OcUc1K3I1bk9aUUlDUnF1cTZ2NHArVDBydG9KdDBleHNsbVZ2YU9nZDJ5TVFEMEZMOUN0VHh2R1NxamRJZWRTTWg3d2NrbkZiQ1BIMWx5T2o0UkZZUVlLUmFkWi8rWUpnblZTL1JOMm43UU4ybWZWQ1ViK2NNY3pkRENISi9HTUJZTUkwQXFXU0Uwd2lHeVhMQjArS0VsbElVelNqNVJGWVFZS1JhZEljU2hsbVBINDc4S2FmREk0d0JUc0ZHTWpQUVhGMHJvdHVUVFlQd3FLazhwM3lpeVFmRys4R0VmbDZMeXcxYjdsT1pRb0NSYW9XNUplZ2pEUGVzN21wRnY5eHBlcjZUcmFrWTRVWVRaV2g1VEN0am5Hb0swMFgraGpMMDVKVFRHbmsvM0R0SW5acXBPeW8ra3gwRUdLbk0yM2F5ZC94TnZKbzcyNElOVDhaL2JlSk9ab0JJb2E2SG5uVWUwOHZXQk1uTXRGYVFKK1A5TUo0MXJrdEtZMXpGcHpPRUFDTVZEQmg3b2dJYllwZ0RJKzQrd005RkhzN2F1cUVhYXcwc2ovS2tjMllHRG0ydGNsOEllZVA5T0tsbWx0cTZxbGMrZndnd1VzSDh4dEFvUUVkam1BTTJ6QTFHcnVJVDIyYVBvbWd1VUYyOGZJZ1oyTzB5UmNLZ3lyY3NnTlI0UCs3K3luV2o3eFBaUW9DUkNqNDZiZHlTSEdVVHMwWW5GZkorVnlaNXJzMzB5dG5RMUFDNnFqQW56TURWSGp3c0tydXhUK3Y5Y0pmWHZLN3NKK29HeGF3bE9La0szT3VjdEZOaUhHVXpsY0ViMk5uSncxOHcrSXdGQWE2aVBzVUJPMjJzMkgxaVlONHY4Q0VGaTExMlU1eFVrTFl1cU1pTjB6SzNJMEZ3TXJLSTB0N3Q5YlBhY0pVSlZidHF2UzM0WVd1MW9MUmtIaGJ4dzhWYTN3Yy8yMFA5ZkdwelV1VXFOdFFObzJjdEI4NlAyYWJRb056SmxBcTIveTJaTzZ5WWtCWFlMSkxDUHBpamxJYnpNTDkyaFhqdmwya1lSQmxMNG5ady9YOC93TmNRR3JwL0lCOW5YUzNaMEJKc0VIZUttTllHazFVeldZTXAwck82RWp3WUxPamtuUHRZWUovOW9MeEdSc3d2S0d1ME1uaUNtVEt0eHFCTk1PbWk5VWJZNncveXhlYVNlU3pjM0EwTnJJVzZJckI0bnRxd2I2L1dhSHVMS21MZUQwTllhZzRXREhaa0xlbWkvcndGQ09TclFLcW5RbXI1Y3JIV2tHbndRT01reEhOdXhwcXFuNHRwWHRSK09pOWVweXJsSyt3eDd4alJHS1pVM1BzTmNlOEhHeGkwYVN0TXRuOWhYMlByRWZnSDl2dklMNU9YZ3k5MHlESHJtK0V6S2l5eXM2b1AwT0J2dm9PRjVwaXMvQmd6VkxoUllWeEtWeHdXQlhNMGk1S0YvZVFhUzV4NHNzai95UUlDTmJCU2RPaDUrRkJGblBuNjRVZks0bHdZNmVGbmhMaXhBYklYVkJ3N0V0SGFXQlkybk5kQjg4TjJSb1gxSGxOa0FoODhqbGs2SE84WEJCVzFHTzFmZkNCOE1uYXU3ZHQ5UUIyNzk5SEQzYzZ5cE5tNVJxeXZSUWk0WDMzd0RtRi80amltc21IQnowVHpmVis3QXBhRitHVnlOWEZySXhpZUVXL203YmplTHdnSzZybGlRSHRCcnVyVHFRaVU1bE9MemtkQi92RTdtdGU4TStGS3VSY3JxL1puQ1dWdGk3NHMyM3BhZVVHcTNWY1NZbzhRdDFKZW51ZkVwSlBmcmh4emJkcVJkaWR6Z2FIdnprM29WaDY3alRkWC9pWFBKYVMvWHpmQzNNTW1lUjRTOTl5M1orM3RuK3ZPaFg1NlZXWHZKOE5JVy9rSDcyanUvMjFYR1BGK0dGUUFLbmJydGZlTEJYb1hrdzNrK3R4Sk1TemVIdm45Ly9pbmY2WGpxOUVtcW1zMHNNTTFkNTAzcW5rSjVQdmNXVHZjVWIvbzNnYzZMbG5vYzFXSFZMak4wam1laTFLaktzUzFuejRlSFA0ZVRFcDAwQ2FxY3Vua2h5TGVEKzdzK1FEUHViQWJ0M2pKUXAvN2tiTWdnZ0ZJOXpnVmhhL0t5c2VqaFpkYy9vcEc3SllldmY4VmNXRk1hMzNCSlF2OWlSSlFoSzJ5NFk0aDl6Z2FSYWRxeTkydGMxRkZuMitKd0NVSy9WZitVajNBYzFMaFZ3WDR3WmIwTlVSVlc3elFFalZmbUk3QXBRczkwdU82WDdpV0N0NktjNDdZbEFyM1JlcmpIZW1nWWNrRERmenJqeVFFRU1RdGhEN3BrdWRKZHZmdXR6NkVHMm01cFJvbHh1anpVcXd2aUljODNJQk9URy9FYmorSWxmVzhZR3VoditEd1JraDFjdTNyeDIyZkNna2JBcXBOeGFrN3JWcGlhamorNEpTbzE3dkNMWVArZ2tNYXViTUNqeExrS2xQeC9sV25UaHk4ZmUrUldQd3Fxam5rck1SR1MzMWU3c1BuVHFKNzBGOXdjQ09rV3VVMDJxRldUOTArVnJtR1crVGtQS2tjT0JJeVd3Wjl3clhPcnloeVo3Vlpkdm5GcEppQkp4VkRxS1BrbGtIZlVhKzZVVGx5Wi93ZHlYemlkamhQcW03QWptMXNHZlRkNnVDbTI0bmNtZGtsTG0rNmtkQ3NKMVVDS0pzU2JSbjBtK3BOTnl1NWQ1WXo3NVRBTllxSkd4WThxVnJCLzlHRmFPbkllNk1TeW04WjlIU0JDM1oyNzZ5UFJkQkg3RnNCdkhlZVZCeU5hTG9XQzhJVVJCaFYwdmt0Z3o3bGV1ZFA3TjVaRU5vckR6Ulp4b285cVN3VzhWUXQrajhSM3FOSWhCR3FiaG4wOFc2ZFowbmt6dGpWYXp4a1plV2VWQmFMZU1yOFlpOFZGZXdic2lTaWMxZWcvL1dyS210dkhRdjZicVJXZytDZSs4ck50OUttTnluT1BYaDdjLy9MamNiaDMzejQ0SzRiSVB2dFBkZS94RWh6dUVmUktobjVKaEtwZHpZc3hoT2I4NlJLaEVVTGMvWW5lNlVFRE5WQ21uNFhvTS85ampqOWNlRFF3ckw5RE5NWDFZckhxKzFsaDJhRWdMMEQxNFZhVkVNTjJHRDVONkpaZ2QvelZRZnNwbTdDYnVvLzFkbU9UcWwzZGlobFc2Y25WVXU4STZhcWhhR0t1ai9iN01haFh4Wi9EZFZ5UDFxemJ6QitDMzdGL2p1SEg1a1JmMFFOOXBYRm5XSHcvaHE5c3doYm9pV3BSaXAvSHBia2gzUkJNMThTVHpXQ2V5cmlqVlN0ZzNNcXFVcnhEUXJ5TWtpcXZwZnV1dnFKZFM3YW94RjFlTzkxd2lMVHlsQ2xrMnJEMFBlTHYxRFhxaGxTYlJkQ3ZodVNXMjAyZEQ5cWlpand1cEFtekQ4ZnJLQ2xPdlFzYnAvVGoyYUxhanNyVkNmVFplK2k3VlFhcVliTTF5MGpUUUtwbmtTbWk3c2lCWkZzajVJcStCRC9JR0FyUTVWS3FvMUR2MGplWkFkeEl5alJ5N2E1bVp2VWlCamJDZC81R3RPRDFGY0JVcFdXN0MrbXdHY2x4bVZaMWRtMG90WGJQYVdSYWk3dG9hVTZ0VjNjK0kzd1JGbThwdVcxZXBWVTNGVEI1dXdXLys4N2hqNW5YeElvYTRNRGJjNnJZZmx1UlVVMzRMVnZMWUV2UVpqSVkxR3NEY0VpM0NBWWh4RDF6YWVVb0lFR0NqbzYwdTZzOW14S3M5WGJ5bS9BSWpDVXN5a3FVdHlycE9LbWFybmxmL3VPb2UrM1gxRmUxS1NxNFFRY0QzelpJTVRFQUVua055L0hVQVRIc2xpYm04UXY2S2hTMElZY0h2RG15N1JNMkQrNWJ5Yi82QjFJRzFhTHAxTHVyRTlNY1MyV3JqWjFmRytWREMwclpNbWVKWlUxVmEwTlZacjcyemowQTNiOFJ4V3B3TVA5U28wQmJ1RmR3bVJOMk1teC9iUk5RYXl0UWpGOEIwd0dqazVhazFxeTVreVA1aUZvS3VWSXNUd3BwQnBJTlVOVjdYeVI1ZlA2c2ttbm5pV1ZOVld0RFZVYXFUWU8vWndsMVdXS1ZFQ09DVFVZYzBDRG81QUVtbWtKWkJiTjFHdEZyTzFCeFNmZlhzZlRqRFZuWU1OUXdvNUNDcU5BYkFNWlREOFcxcVd5NWFTdFZMS3dTdnRoNER1WnhrVlROWGJ1WFZLQnFacEdJTll4VkdtazJqajBLOWI5Nlk5T2xzeGNmQlNHZkFrNkFlVENrenBBcURNcjdNUGZzcWZHNW9CT25mVFZlVWNGMmtvK1VxYlZLWmFxSEtXcnVVNXhtcExGbG5PNjNpVVZtQ3BwTjlZeFZHbWsyamowS3lieUZBekpLOEtFaU1idE1tQkJBMFlLQm9uR1MwNmhKbFVPU0tYOUpPYUJCQ1lIRldlVnp1Yi9KcE5xS1BJNWZOYitQU0Zsb0dQVGxJNmZlNWhVNEUwQW1QVU1WUXFwMm9CK3poaWVvRTlPZEdGR1F0L1B5VmVrSHdGM29oeWpIQ0FJSEdqbkFtTTNaY2Vzd0hJUXVvTE9kM1lrazJyUU1qZTllWGdlTmZ5T2EvVXlxYmJoU0s1bnFGSkkxUWIwTUFCblFvMzhDL0U4YWtnRGs2bDMxVUVDVXlxaUdlVEFrbW1LQWFrbVFLQ1BLc3ZCLzRWVEpOL3NPWmxVeXh0cEdQNWZwRXpVc0RPOVRDb3dWVytEd1JsclBTZ2RRdzlHUlp6bUs4ZkwwZC8vQ3NDWnNZa3YyQzBkZmdSU3pkcmVWVmdPRmdGYW1BcGJwMVVxK2M2Y3RZYTA2bUJNMHlLa1VLV25TUVdtYXRGR0psTUE3Qmg2NUlnUWYvS1FhYjhhc3pMY2RvRWFxQzlKYlNEVmdxbUd2eTUxbEhKZ3paSzNwNURDQnM2SmR3WU5qNjlmRjB3cjZ4bnFmNFJGeVY0ZzNzeHlMNG8xQjVVdjhpTjJTMHd3QS9lMmpxRktkbjl0UWIrb0VEejljbjNsTXBzYktWRkJPUEhYQ29XQmdGU0tYYWlHQTJseXdOUm5kSE9iUGlXU2FtUExpbURnM1VoVkR2cWNkcGovQ2RUVE5NV0xSMDUza25RR1dOZjkvOTQ1OU9ncjVDSFhPS1FobW5SN0E3VGovUURXVFVzRklKWGxQRFp6elpYNjJPVTRUTGUxamVZUzcyeTBaYkNBbWdidnl4OGgxTzlicTV1TS81MmdXblNPcTF4c0VycVRwRE5NZDE2WEpPZXlMa0QvTDRUWjIyVERrSnZtVjVBUmhRaXBKcVdDUXlxY20vSGpGcmVOOW5PSmQ3Yk1neHVwYllLbGpzem4vNVozelVtdjJmOFh1ajJuK0tMTXBBSURCYXNRTVFwYktVQlpGNkRQMVRSeXpUbzBpSE9qeUgvZXFqdnRCa3QxU3ZZS1NJVTExQUZQWEN4SDBnN09pWGRXNHorOWw5bzRrdXBzYW1sUFQ5VEJvY3lzYTZxNkFYM3UzMkVROE1BbnRnUlMxYkpES2h1WWpYSW1kL2YxeHViZ1BkakZ5cWhtVDVOcVZkeXliVjFUbFVpcXRxSFBQd2ptUjllQzg3UTdEbFYzVGxXaENZdGpxZEQ5MWQxNm5lV1M3Z3dtUzJrQktGajhObkVQdEZUNEh5VDU2R1ZTN1JUZ2p0WTFWZDJDUHZjVkdBajV1QTZuU1hjMFZ0MW5PYVBna0FvbjZzWlV1UFUzbDB1Nk0yQXVDOE02N1JiWmo5SjY5K2RBd3pKZ3FBS0lPNjZGVEJaUGRnLzZvWXFhSzVYSkVKbUxMY1pJTlNITFZyaHR3c2Y0QlZNbG51aktmaW93UjdRVklYcUZHYmgrWFF2eDZlOVVWTUhrZTloUzlhT2hDb0xTT3JPcUpGSzFCZjJoY1VJYnB0cm9RR3F4QVFIeUdNOENDakJpczdLT1F5b24rRWxOMm5OMzlsUE51VDJ4emN0Zm5qV1dFZ2sreFF1ZGRBK1Rxb2lHYW4xVGxVU3F0cUJmc2YrbGE5SzNMTWZtSTdBOHlPd0RzbWRNanBKREt2dzk0WGxuOEp4TUFXcWxIQ216cEtRN0s2U1RhZ1phRC9VbE1SQ2IzcGZlSlJVWXFvYUVhQjFUMVRIMEJSdUNHcFN6WUtDazJSZWxCZ25DMkd6Z3dRdzBsZHdsVlRFMkYxTmE2dStPQ2d4MDh0SEdmcXBWMXhIekM5UVk4L0doWVlFWE91bmVKVlZSM0thUVdHZFdsVVNxdHFBdjJKbXYrczA0YUpGUmFPUTlNaDZ0YVlSZGdoRTdwN3Jta3Vxa0V4c2ErWVRTMmZ6ZnBEc0Q1cVF0L3hSRmM0RXVodnZBUXNyRXpqMUxLbU9vMXB0VmRReDl3ZkpsV081cHdWbXVIWWdCTkdRemZJemdpam9HNUpKS1Q4bDAxVzNXQU5yRzJrb2wzVm5aRFc3dzlsYk9oaVlML3BwdEFETmluZWhaVWhsRHRkNnNxbVBvQythWkNlS2UwZ1FCaFk2YWdTaWNnbVNCUzA3U1BCMS9yN3B1RkRGcVNqdEdRY2ltYWxhbHJWVFNuUUhmSTJUOTl0VjExZW9nTTJIUXhZZ2F2M0t2a29vWktqUlYyaE55WkNqZE1mUUZ1eWRxUkUybWdDdFQxSHhRbTRja3VCTXJLUnF6NVpJcXFOSUVIaXVYc0Y1SFI4S2Q0VFlkTjZnSjBUSDlES0UzMk10TFFoY24wcS9kcTZSaWhncUhWTS9aazNEcUdQcUNYU1ViVm40TkprMW1wajRpYlZHdVltTUtZSkRJSmdDcHhsaWZJSkl4VGRrUjBhRGtaczl3Wnp5UWdjM0VJK1ZnUTNVZmNuYmpUVkJ4VEdpMEF6MUtLc2RRdFRaVkhVTmZVRDRQa2QraFNWR3lZeklnSFNJNnVvWWVHN2pndUU3Q2lISlM1U3RrTllMZ0VJdEJhTzEyVDhCUncyMWRGNmQ3cnFXcWdVUWJwYXFlNlFVQm1LOW9UWDd4SGlXVlk2aHdzTk5OVmNmUUF6TVdOT1FybWlNZnRGdHVhamZKTWdnalRHcWxvaVhob3EwcUM2R3BKYTAxTTYwVG16K054cGRrTUtqcGtxb01ra2wxallHMVVGOE0vZ3ZNNjJUU0tVT2s2dnRZOHk3cXRlbnFsOVFXSkpQdlRpSmlxRERJblRxcjZoaDZZSUoyWjdreW1SZjR5bFJEM3NwMkdkV0g1T1ZpVFVuZ0dXOWNGc0hIaDJhRSsxdlJJOFpVZmRBTXNOWnQvelJTQXI3d3ZmUFFSSnhVcURTaEdzL1QyZ05ZekJiUGZsbmFvejVTRnZ0Y0NPRldSbUpldjMzd0VtcXNSamtFcGlwQkRVV2RRdy91VDlQazM4ei9iNGgyU3Y4eFVpYTdBRi9va0pLK0dhTGdBd2VCVTBKYy8vRjNOVXpmUGlURXF6R3prOGJYbExTWCtNRHZIcnl5Z3EyTGEvN3UzYjluNjJLa25IcWtwSXNnV2RBS2hlYVlURDNXMmxCbDZNV0hWZkVTK1ByUnVPNi9QaDJMM0tKYnV1bGNLZWJ0YW1aS3d4cnREdlFGY2ZUeTVrOWdIOVVYRlcza0JaNG54STB2T3Z4Yk0wK0hkTDJoaWpqejljT1BsTVU1TGFyQmNLcEREYVZVL0F4OEhPcEZoNytTdXBXQVdsdm5QRWRONDVsRll0RlNQZWZVQmNOcHl2dkUwM1VvL0hEckdWV0dMRlcvREh3VVRvZjhsdUF6aXJNODM2MzA4MkpPZGJ1YUw3c1g2QTcwSzA4Rk9kaFB1UWRtTUEzYi9tZmxzSjVlc0pLZFpTazZSMHExNWcyN0R4ell2YWZpVE5aL0tKWGs0TnFxYmFmbW1qZnNQYUNPM2ZzTWFjRGhRdXRUYm11ZlBYM1VDSDRtbXUvNzJoVkFzNFlSSlNVeU02ZGFsZkhBUHJYSVN6MDl4cU45SkR4LzUrNUFqN3NVY28rWG0zdmZHL0t1MzNOLzVTMUhHbHlTZi95TzVqWHY1SktrOVA5Q3ZVK0ZTU1hka05WNEZEYmU0SmNWcGNmaUpWeVNGVkxsTlgwVXQzUVB3Umk3RHA3My9FS211d0w5aGJ5QjFHdjNWMTZmV29ZRlA3MnFzdmVUWVV1VjdMaS9iWHA2T3NCV0xmTWwreUMwem0yYzUrS3VRSCtlKzN3ZUw3ZjFsdXJldjlyVHZPWmxJYnVuNzlkTkp2ZXdUaTZMVXpJMUxHcHJuMWV5RWJBSGJLM0wxUEdKckNPdzVhVDZEZW1GeFRubWhxdHJGQjBacmhGclN2UzBYZmxCVGJ6MkM4ZHozM3l3MHZ4aFJyMWYxZ2YxUXZkdmlNS2xXOVNSWDRqVEwvdkJmLzBZZGtyVXpSV3FRbHo3NmVQQjRlL0JjNFJlNjRiMXJxT3F2RHFlQTIwOGJsNWFqVVlZVEJNK2tXVUUrc1QwVm5ZUFB1TVVZdnZ3anE0TTdjbHJWU1ZuMUo5eEtjSEZKRzNLQ3BOQmNPL2p1L1lmZVFnaW4yVEhsSkwvZTdFZ2NNZlNWdlowOVV3b204ZHQxN04wSVVZcVdyYUFyUjlLTVJnOVMycnd4ZDVzUHZ1WkR2ckVoVUJnMkt4L0xqTlR4VWkxb0hzMWF2WkN5bzJRU2xyMDN1OUNERnJXcndrL2dhRVBXT3NuQnhkWVVyMkRpazhhVXUwd1czeTg5eU4wL0pranNDcHVycXM4dm40eG9Zc01xVzQxdWl0bVFYYzc0NkgzZmdZZ256QUl3R3FXZnJ6RExZVzBVbGx0UWdhT080MGU3TkdtT1hrL1RiUGdpNzFIcllKUGVRUVVBcmc4cWNtQ1NYSnMxYWtUQjIvZmUrU3JES1psczBGbko3M1FOR0pFVE04bmV4NEJORS8wVkFjcHNrSFZxUmd5Q1pacXdGaTJtTFlYOURBQ0VWS1JEVW9nRmZ4ZWhzYkp6S204OSt0aDVyUzZkVEJQVFZXTzdxK0ZwVHBKZWdFOS9YbnYxd3JZWGk2cm11Z1VHaTA3cDRwaFl1TlU5T0t0OTM0eGtMeEFJbUEzOGZOM2Z4TGNIN3lXRkNyTUtLTHV2Wi9uVUFvQy8vMUNYUUNMZTJhZmFnS3BJSXhWVjVvcmFoYnZ2VjhLb2w1c0VZREZQYlBva2tBcU1HUUxTcms0TDgvZSsxbnNmQ29GQVpnMGtZTUxFa2dGSC9TYVZUWExZL0pjOVpIUEZDUzkyQ0N3YkIvK0VrbTFxcDNqaUhwYTlON1BJT2NUcVFqQWdzMDBGU1pacWtHOW5yTk5MZjE1NzBkZytYTXFBakJuYWphb0ZFblY5OUpkVno5QkFqZ1A2MWNXbDZFTWppcE5zV1RPLy9FSUpDQndUTEFYellGVVQ4SVVDOTYxWlpvMXVmVXFYMWxDV1o5ZjkyUFErR1F5QW1XeDFqQWwxYW50NHNadmhDZktnbjNoOURMSnVwK3JwUnp2L1F4WVBwR0dBSHc1WU5hV1ZXOHJ5eDhwZzY5VU1HbXB1UlFNVlNha212ZCtGaTJmU2tJZzl6Ly9xTDlWb2t1clRmM2hnbFg3SlNiOGtFbnp5b3BhSG9RUFFTUTE1R1VlQVkzQUszSDI5TWNjamlxRlFXRVZaOTRXZkxRc2JtN0k3S0RmOVdKaDhhazRBdkRoRmpqVy9vQ1ZWR203QW14ZG9FVm1XWHhjS3hudjkrajlXL2NwQ3RZaG43d0lFZmpJaTRYNFE5dnY0alNsaS9aTGx5U0NzL0YrM3dJNjBpWXNWdTZUSGdGRVlGV0lUeGdrN2drcHVjSkNvaVFMZ2tIOU9kK2Q0a3o5Uk9WTnRzQ25QQUlNQWRoTzFheXp2RTRPSm40cmlMeGZGVi9xMnRFTTQvVzh4Q01BQ0N5YjkybzRIUHpiZjBaTzNxOWZQSU95bW9veW1HS2Y4QWhvQkhEckM5aWR5SUc3ck1LSUxEaWt2VjlCdlNnNDRNemxvOG8rMzhNSTRIYmltMkwzangvRFhZaEsxWUlOL21oaEhZdjB2b1dvbHM5N0JQQjNvdUlSVGZ3WUxvdFVTWmpJKysya0YyeEtSejE4SG9GRUJGYUJQekgvaHp2WHB5THFoN1JGRzZTUER4VW1JeG8rNnhGUUNFRDB3TzZvSWxEUUtaNmlqRDZUOTF1bU4rWUhuNHRvK0t4SFFDRXdDdnlKc1FOSmRkWkZpRFpXQlRVcTJVNEJlRmZSNXp3QytDMGgrUnlYdS90NjR3YnhXMmdScHBIM0N5cmtHSWZqY3pFUHAwY0FFWUEzKzlTZUJHQ1hDUktncFlwOEw0aThIL0J0V2lHWDF5ODVxNXovMitNSWpMelNHaVVNVk1tZlhpcWFWK0hWYnhhNjdtK1lkc1BBZytHRWhpOGV5dXB4WEh2NjlndnNGUm9JbnFzWUFjUVc2TVZSV0RxT1R0U045NE80Nkx3R3I5em9hUlQ5elhNRWNoWEdIN1JVOHNzdVpValFwQXJqVkZPOENrelBsMVFlM2xtZTFTVXpkVWZGWjNvWkFZeVhpM0dOQU02cDVJd2JMVldvaGFneHI5UHlaTHhmQUh1TngzVkphWXlyK0hSUEk0RGYrVFFUSTN6NmszdWphc3dub3NZQ3g4aDRQMDZxR1cyOHVLSlA5eWdDdUZ4c2ZCanNjbEc3RG9yc0o0M1FKNFljSGVQOUF1Yit5bld1NHRNOWpRRE9tR2lLRk14QitoVENzWEkyTktnQTA1d2Y0N1hlRDM4RGdoeWpuNmdid0h3Q1F3ZXdaanNBQUFHcVNVUkJWSnNtY0xrTW1RbkVaUEFaaTh6SnlDNHI2LzN3SjZLbE9paTd4c3pXOXFsZVJBQWU5R2Jwdm90QXFqcG0rcGx0QWlFeFIrcVZ6SE5oQUl6VVJUNzRLYkh4ZnhRQ2krZm8vWmdBVmwxMFdETm5QS0lVMWhsWXcvdzFCNzlNdzVEeFNZUEFnSWx5b2plakJlS3FXZTJEZVpQNWZRZXN4THdmYkNNbWZiK2diQUQxQ1Z5RnVZVmd3SWpDbU1vTXJJVmF1bUluNDFMQ3ZCL3VhdGMvRmpFWVdSM1VsZjJwUnhGWWJHb2lCVlc3akp3WHIxTnc1Q3Z1czk4UTkzN3dvcGEyWW42VFhvK3lKK1cyaDhTNVVCWmhsSE9KbEFxYWFvOUZETldjczJUVDc3Y1RFMkQrN0NCd3VUaUhYTXFYaEhpaktZQmQ2SFhJZkRneW93b2M3NGV6ZU5UeUx6NGdDUDdnQ0VEUTRCWC8rUWh3aW0vZi9KbG92dTlyVjBBUXE4RlZYZThYQkFVVlV4aHc1dks4Z2svM0tBSzVINEhqZytPNmtBUHdaU2w3bWlaY3FtaE9USElkV1AyVFlkTGF0Q1AxR1k5QUVKeTR2OXpjLzBRRWlaOWVWZG43eWRBVlJyd2ZCaFdBZGY2MWR4Y2xuMnNIZ1Q3bjJROXI5dnNQZExRRG9OZU5JekFVOFg2ZzhYendrdnJ4TWE3dkpSNkI5Ukc0b2hIVGVmVCtWOFNGTWExc0MvNGYzTVVqWXo5OVlia0FBQUFBU1VWT1JLNUNZSUk9Igp9Cg=="/>
    </extobj>
    <extobj name="334E55B0-647D-440b-865C-3EC943EB4CBC-3">
      <extobjdata type="334E55B0-647D-440b-865C-3EC943EB4CBC" data="ewoJIkltZ1NldHRpbmdKc29uIiA6ICJ7XCJkcGlcIjpcIjYwMFwiLFwiZm9ybWF0XCI6XCJQTkdcIixcInRyYW5zcGFyZW50XCI6dHJ1ZSxcImF1dG9cIjpmYWxzZX0iLAoJIkxhdGV4IiA6ICJYRnNnWEdKaGNudHdmVjlySUZ4ZCIsCgkiTGF0ZXhJbWdCYXNlNjQiIDogImlWQk9SdzBLR2dvQUFBQU5TVWhFVWdBQUFFNEFBQUJCQkFNQUFBQ04wby83QUFBQU1GQk1WRVgvLy84QUFBQUFBQUFBQUFBQUFBQUFBQUFBQUFBQUFBQUFBQUFBQUFBQUFBQUFBQUFBQUFBQUFBQUFBQUFBQUFBdjNhQjdBQUFBRDNSU1RsTUFSS3NpbVdZeXUrL2R6WWtRZGxSWlJGSUNBQUFBQ1hCSVdYTUFBQTdFQUFBT3hBR1ZLdzRiQUFBRFlrbEVRVlJJRGUxV1BXOFRRUkNkeEltVEVDZXgrQU4yaFNnUWRvUG9TSVFDbE00L3NFdEVrOUFGQ2NtUktFSWswSUdRUU5DY0t5Ukk0VFMwbkVWRFFJcmluc0x1b01zbjVCd0R3NXZkMlR2N0hFdFVWR3l4T3pmN2RuYjJ6ZHZWRWRrMnduM3RVTjBEdzkvaVVvdDk3Y1pBb1ArT2Y4aEFlclZ6d1d3M3ZocHVGb2R2SElRZTM4ZjBqaGY2Zk5nWUJwd0pzN1BjYVZEYTZ4YnBHLzhZaGxzK0lxcHlubHJIQ0pWaXJnd0JWcHRFQVI5TmMxc0FBVDg2RzVkaStNdmNEZXlHdXp4RXBXUEh3TFdnNTRxSk04Rjg5cEhuSkU3QWZHQmdOTWE4WUsxRW4xdURvOEM4WmYwenpPSVliS1VGK0R3T2RXYWNHZWRIdS9MbDFwdm42cFRCYnhObG1IK3BDN2pmWW9JZzd1VXl3dzJpV1JlRWFGcVhaTzU1elB1NkdNUHNDVG9rdjZhdVVlYXVOYkZKVFowWTBuZlJUVEhxWVJ0NEVhTFFnTk96MlcvMHU4eEwrb0VsR2crWFB4c2hyTEVYazRzbDM2MFRtU1pnVklwb29WekUrRGsrVGVJZ08rZENaVlJaY3k0Qk55VVo2MTZpTU1kR3pwVXl3b0UralVFRWRsZnNSTUEvSTRRMWV1aExBNmRIci9LVEJBNWNhQXdwaDlQVm9IREFSVk9YWWtuSG1vamNUc1FEZlJWMVlZbVJBUkVFMWtqZ1NqR2pMWFpaVFdqZzgvNm1nL3NzWWpETmo0NHhaK3Q4aDE5NE5UdlhvejRrcGVuUnNrbGdKbXpTdkdxemh6NHc1SmhzR2ZxcWwwQ0IxZytTMjdlUmFUN1dVa0VrK1JtaDl0d1drN0dhNjI2dFhKazhwZnlzM0RITkhrRzB2TWpnZ1ViRy9WaWkyM0paU3k2Vk1yc28yeHdXRllmN1ZCd0pLL2o2MkVGUWFRWFdXbVY4dDVSb0ZKSXNQN01BN1QwK0RXcGlmMklUd0xnbitmRERTY09ZMmlHVDdwVGNuUkhmUEpmV1BjK2R4RFZDSmdjcDd6V2xDKzQ0Z2tUU25YY1Z1OGIyaHI2cldNNlBHN0VmTldjT2I4WU9BbjAxb3EvZXh1VWVKL204Y3EzYUo4SDVXSDB4RURWdlVpYWlXQ2JLc2ZwaUhCaXZtUGVrSGZsQVgyUkhCZ1FoZHZ5ZVNDRWo5VVV3dkRqR1daZlUwMC9GRC9yYzJ4ZkQ4T0lZWjEwdTJLaFVtWVMrSG9DYWU3YUNIaThRVGU2THMwZDlpcEVoc0pJMFZPVHk0ckgwaWRYYnpJWnlqamFla29yTWdMNHRHZnViY3VxRG5iUzlNYUN2M1kvQmwzc2pBOHhOMmZSQlgyTUE1OTdJYmZCU05kdkpyOVVnYmt6ZnZwVGZ1U2lTMjdsZUIyNTk4WDBpWXFhZXQ1N3gxZlVzTEtNZUlNK29YTi9LY3JqeDZ1M0xoL0d6MnpjYmZmd0J5VGovSzVuUnFtNEFBQUFBU1VWT1JLNUNZSUk9Igp9Cg=="/>
    </extobj>
    <extobj name="334E55B0-647D-440b-865C-3EC943EB4CBC-4">
      <extobjdata type="334E55B0-647D-440b-865C-3EC943EB4CBC" data="ewoJIkltZ1NldHRpbmdKc29uIiA6ICJ7XCJkcGlcIjpcIjYwMFwiLFwiZm9ybWF0XCI6XCJQTkdcIixcInRyYW5zcGFyZW50XCI6dHJ1ZSxcImF1dG9cIjp0cnVlfSIsCgkiTGF0ZXgiIDogIlhGc2daMTlySUZ4ZCIsCgkiTGF0ZXhJbWdCYXNlNjQiIDogImlWQk9SdzBLR2dvQUFBQU5TVWhFVWdBQUFFZ0FBQUEyQkFNQUFBQ1c2OExGQUFBQU1GQk1WRVgvLy84QUFBQUFBQUFBQUFBQUFBQUFBQUFBQUFBQUFBQUFBQUFBQUFBQUFBQUFBQUFBQUFBQUFBQUFBQUFBQUFBdjNhQjdBQUFBRDNSU1RsTUFJb25ONzd0MlJGUXkzUkJtbWFzY1phUHpBQUFBQ1hCSVdYTUFBQTdFQUFBT3hBR1ZLdzRiQUFBREVFbEVRVlE0RVgxVlRXdFRRUlNkMkkvWXBtMkNibHdJN1E4UVVzU0Z1SW1JZ3JoSlFYR2h5Q3YrZ1hiVGxXQkMwWlZnQW5ZcmJVRVJSWGhGN2JidFAwZzNMbHlsQ3hlQ2kwUjkxZnJVSHMrZHp4ZnNjeFo1ZCs0OWMrZmVNMmNtU3ZseDRseHkwMDl5akNYZ01xNHFWV3puQU9nK2liU3AzbUNuVU4vUEJVMEFNd3l1SGd3RHVha2kvSkFFeGFTVkR4b0JtZ0pTRVFCdEhQRVQ0YmZ4Tm9CdlI4VEZ4VVJ6SmpRT2ZNMEJMUUFWRTVxRUtlNWY0Qmp3M1hvSjZtdno5TjMzRjE1bW9kempsNTBQQWJOaUZ0Z0FmbVpCM0czUHpzdUdMMVc2VlhjNWJZVHpSV3V5TzJ1V2JFNGJHQVZTYTZxcXA0bWdHZWZsbHlmeHgwMXJucWFpejZsanJVemJnYVpqUHFjRzlVS0pYSzdQa1A0aG4xT0QyT3ljTnBUaThyNDF5d1BVY3pWMmJNVFJ4R25ENTVRWVYzc0psVU5MVlUrd2dIZ1NYaDJOMEZLRU5ZbmFRUWw0ZFpDbURlc0dkaDJDMzZ3NkFrMDg5R1lHUkM0UDNEVFF4R053T1NWSWtEdnVERTBqOXFqdXgyY0Z4TzIreUplRGpUck5sTTFSUGNIeitpd2pMTHl2SVJvdkhobXJ1b2JSWkY1Tml5QXpMSzhHbWhaMHp1Z3p3OUk3QzNHWm9rQlREeGVWZXNza0xWT2NyNG5YMkxkVXAxZ0w4YUpTUGVoN1gzVVVVRE5PZmRUNGpsb1JSWFJONzlzNDVFU3A0MHprMU1la2xXTFNwbmN6WlRxbDZOaVFiK2N3MERxRlJIWFd4ZXRHVCt0cEM4dUJwbUVjYnUzcnBRNDBpZjIyZW9wMXFtbk4rcWFSRHR3RHVoOGdpZkZhVVUyN0Z0UmhEMmZhZG1JL2orUDBrNGpSbjN5WFRTRDVNSWpTczR5YVlzeWRpa0xpRExqbWFlTE5uRmNseTJNR1FUUFFSTXBZRUlYZEhFVG9RM1RxWTFpaTRTSHgySXlheHMyQjFlUWRHbnZoRVRReU5HMmJWNjBtTEUrNU82MngwMUt0R1MxenFuWGhiYml2MUZMcUl0MGdsS3FSbUY3VjJGTzhGZmE5cERyOHc2djNrY0tiZk5yYjFMSzdtcG1TR05YcFl4SXhSb2t0ZUJDdGlxbElGTDBvWnBXWnhsazN1VGZia1QvZkJzblE4SGVrSUpvUkNWdDVkS0NGcUlPVHRycENuSDRVclhaZ3RMVUozTllBK1NuVjlvdzljZU9LN0R1RVMvZm9mUWo1MTh3ZDFFZnlDc0Q1WElRRWxxOC93N1U3ai82RCtRdGRIdFczMkV2b0FnQUFBQUJKUlU1RXJrSmdnZz09Igp9Cg=="/>
    </extobj>
    <extobj name="334E55B0-647D-440b-865C-3EC943EB4CBC-5">
      <extobjdata type="334E55B0-647D-440b-865C-3EC943EB4CBC" data="ewoJIkltZ1NldHRpbmdKc29uIiA6ICJ7XCJkcGlcIjpcIjYwMFwiLFwiZm9ybWF0XCI6XCJQTkdcIixcInRyYW5zcGFyZW50XCI6dHJ1ZSxcImF1dG9cIjpmYWxzZX0iLAoJIkxhdGV4IiA6ICJYRnNnWlY5cklEMGdYR1p5WVdON1hHeDJaWEowSUZ4aVlYSjdjSDFmYXlBdElHZGZheUJjY25abGNuUjllMXhzZG1WeWRDQm5YMnNnWEhKMlpYSjBJQ3NnWEhaaGNtVndjMmxzYjI1ZmEzMGdYRjA9IiwKCSJMYXRleEltZ0Jhc2U2NCIgOiAiaVZCT1J3MEtHZ29BQUFBTlNVaEVVZ0FBQWZ3QUFBREVCQU1BQUFDSUlvNVVBQUFBTUZCTVZFWC8vLzhBQUFBQUFBQUFBQUFBQUFBQUFBQUFBQUFBQUFBQUFBQUFBQUFBQUFBQUFBQUFBQUFBQUFBQUFBQUFBQUF2M2FCN0FBQUFEM1JTVGxNQUluYXJ6ZS9kbVVRUWlidG1NbFJwc013MkFBQUFDWEJJV1hNQUFBN0VBQUFPeEFHVkt3NGJBQUFSWUVsRVFWUjRBZTFkWFlnc1J4V3U4ZDdjdTdQL2lJbmd5eXdFRlI5MDc0TUVndUplTUFZTnlDYVNINDBrdlpqY3F5YmdYQjhrS3VMTWd4RjlrRjFpakppQXM0SDRnM25ZaXhwalFKbUxMd0dEN0lJWUV3THVnbS82c0Zkelo5WGNKT1dwN2pwMXFxZFBULzlVVisvT1pQdGh1cnJyMVBuT1YxVmRmMU9uVzRoNmp1bTc2c0hKaTFLelBRc3lyMkgxeU5Wc1QwOXUxTU1ySjByTjlyVGtZazdENmhHcjJaNmE0VEx6c0daN2FvWTdwajg2QjJvdWpwcmhSbk9IMkpydHFSbnVtUDdvSEtpNU9HcUdHODM5dVBMWFhCdzF3eDNwMGwrWHNlTk1wckhWQzlSY0hERzR0emo5ZHo0VU95NVZYN2laR21QRmtTbnRMRkF6WEthOU5kdFRNOXd4L2RFNVVITngxQXczbWp2RTFteFB6WERIOUVmblFNM0ZVVFBjYU83SGxiL200cWdaN2dpWC9pdkJmVHVoZVM4RXR6K1phV2NaZ2NaVHdXZVhSaWVzdVRnSWJscmVJYS9Db24vejNmSk9LVzhjYldXcDJLbStIQVNEUFNHK2w1NmM3RW1YcVRDRzRKWS9MZmJsRjRYNGkzeFN6QWN5cWdnVklvbkdxdnlTYUc2OUxxNlZGMVAxa2oycElsVkdHTGc1K0w5alJyNHEzaWEvQnZwYjhvMHFVVUpkMi9JMU9NL0p2V0NFY21OUDVmQ3NRZ00zODI4aHBxVmMzSHBUeVUzTEFUd0hsUjR6VW5hVnd2Vjc1UkdrMzdvc3hLeVV2NGhxZlZQS001V1NGNkl2dzR5RktpWWxZS1VjcGpoUzRpdStiZUE2RndSVWZGTXdmZm12YXBHQTlhVlE0eFNBbkUzVmJleEpsYWcwd3NDcFVvZktIMVZRSVRyeVA1WGlRT0ZmMVFyYlVtNm02amIycEVwVUdvRndVd05RZTBLR3JaTUNXSmJxaGhDTlAvenMxK2NoWjF3UHFGaFluVG82ajFuVmFJOHJYczcwQ0hkYUZmWTFVdDZxMDIzTDZKL3ZGbFNJS2pyQlhTbVh0T3FPakxaVXRFQnpRalhhbzJWOW54RHVsR3FYZW1RajBOOVQyRStjQXh0VndQR0FHcitoVmF6S0syR0lWWTMyT01MbFRZNXd2ZjlCaW4xcE5qdHNtWnpvYVd2emFtVGxvTzYvaWhIMGhER3EwUjRVOW54R3VQMkxBTlRSRHp3RVYwejcxRFB0Z1lNcDhGajlWeWVIbGgrRGpHcTB4d0dyU0ZLRWU2VUxxZHBVUkgwcEwwUjYxbzIxUmZRT3lTNUx1YVp2UWZkeVdRY1oxV2pQVUhwZmx6WWNqSFZlUnh4NFZqZWo4SmF4RnVQTXVmRWQvbmpaU0dBZ01Ma3BUbEszejZpMjdjSEVIczgyM0R4MVRwQVRlcFFpVnRNSEtaQkgvTkVkc2hnMDQ0QkNMSmlNNVZUYjlnd3A4WEZwdzUybWZrOE56VFFIc2phQnozT0h1MHREb2pDZ01OM0h1dEVzR05XMlBVTktmRnphY0tkb29LL0dmenNoSG1SRU53MzRweW44YjE4Y1NnRWxqbU0rc1dWeWdsTnQyek9reE1lbERkY3pGVDZjbDBSd2tCRWJ6c0JRNHFaVndXNC9IR01uVk52Mk9NTm1LN0RoOXJIRWhYcEFkWEhOeUlOc0xWa1NVT0ptL1lDNmZVNjFiVStXMWdyaWJUaXIyOTgxeGJWUXhkeW5RNTJkMWUxenFtMTdLcUNYcGNLR2EyT0pDL1dBNmhuS3JveW02Vm1LUnNiM3FiT0RoMGtOTU5YQnFiYnRpYVM4L2xwdzBObkJpazkwdE0wd1pkbFlpM0VsenFCdVV5ZXp1bjFPdFdWUENaekNTU3c0Nkp6eEFWWGQvbDZrcXg4TjE2WnV1TEpaV0xsSkVCaDFkcmZQcWJic01hazlCaXc0NlBZdmF5U1lvV0NERnczWDVsWVBub25tYWFWc0FmbzdPdUU2ZGFTY2FzdWVVa2dGRTFsdzBPMWYxS2tocUR1cXVhamNsajhsR29uQlRING9xUHlMV25yTGRLU3Nhc3VlL09yTFMxcHdQUnF0N1pwSEgrckJoaEF6cjI1QWEzaTJORXpmREhWZ1dvVzFpRlZ0MlZNYXJVQkNDMjZmYW1qSEJFK29PWEJ6ZFVsQXk3QldRRzljRklwYzM0QWlWNnY5Nm1CVlcvWkVVbjUvTGJnVlkyT0RiTHhHellHdmd3azZETnZ4MFNodTBicFJEUXUrT050blZWdjJGSWNwbnNLQ0N5UStvRmJuMUlKR1lDN29DZ0VONDA1eDlUckZnbEc5VGQwK3E5cXlwelJhZ1lRRUIwV09jOXg5T2NDV2FodUdQK3YzZ01KbS93c0YxQTZKd2xobkw3eWxacjVyT3BKVlRmWm9LYjhuZ29PL2VIVGoxZ3prYllpNkltK2RQY0M4d0p1Rnp6Q09PQk1tMmdlUUN6bzVxNXJzS1F4U0pnSEJxVGw1Tk5COXpLcm5nYnh4NWJreWl1TnB0cU94NDZ4Y3dYb2dCS3VhN0lrcjhIUkZjTEFhZVV2WUp6WGJVdFgyOElBbm9vMHROZDRyY3o0UlRpZWFLMjl1bVc2ZlYwMzJsSUVwbkliZ1dqQXViNnVLK1cxNWRRUDFxQ2ZpZ1QvaGxjTzVJMzh2NWpvSGk2dG1PTW1ySm5zY3dQSW5KVGhvazd2WFh0a1Jmell0SUdpQjloNk91M2J5SzB5Um5BOWd6OGpCSlZqZnd2OE9lZFZrVDRxaWFtOFQzQXIwelkyK2JNdkIrd2ppbEx6YStDZVpUQkdGUS9NM3lQdjJCTXoyY2Y3TXF5WjdDaU9VU1VCd2dScU56ajh6QUNQcDZLazU4UGRkUmp5a1M0V3MyVDZ2bXV5SkovUjBaZUNnSlRLemZjTGFEK2ZBSFZOa0ZGTXVCQU9xTloyU1YyM3NLYWUvYUNvREJ5M1JHOG5FblhBT3ZFRC8vaVJGQ3QxWm9HNmZWMjNzS2FTMnRMQ0JnMjcvY2xKTE94em9ud3huYVM5MmsvRkY3NnhUdDgrck52WVUxVnhPM3NCQnQzOHhvUUpHYTB0dzgyVFlhNjkwRS9HRmIxQzNuNkxhMkZOWWRha0VCcTVGczMxU0JFTjAxZWRkRS9aV0FkMHZIYUp1UDBXMXNhYzBSS0dFQms1MSs0bVUwRkNyZXd1cVZad3lmOUFueEhMZnNOclhGTlhHbnR3Nm5RUU5uT3IyRTBkVTY0RStkTll6VE11WVNNRGVtT3AvVHQrSG9RNnVjcWVvTnZhd21pcS9hZURDYm45WWZWanNRcHhTbmNMdTJuQnMzdXRsODF6QkU3YXBVNldvTnZia1ZlNG1oM0JRTFptcGpkNS9NSzFLdjkwdGlRVHJXL0pzbEpZZWZaR2lHdTBwaVZVMEdjSkJ0NCtqVVV1RjNuL1FESzZJR1NaM0xNa1JRVmpTMVBRaHBQODdVdjhqaGYzc3NHcTBaNFMrS3FNUURycDlmQ290OVIxZFY2K1Q5d1VYclB1RmdyQzhGM2FmNGRhcExpWk5VWTMyb0pqbk04TEJlSVNoL3lpMjlpL2M4ZHZTaGtET1J2K1pRQTI3eDJoSlVZMzJHRG0vZ1JDdStkNFBRZ2tObnYzNm5nOHdZQjJ1RnpWaFgrdEdGc0JoMEkrbTNwQUQ0ZU9ZWldIaCtOWEJ6NEgyajhHWFl5OHo3V0hRbjVWM25ML3A1bk5CNVp2WUk3WXd3cEYzdHFXOGtzMWVIQWI5ekRKeEZKaC8rdVpnOE9BM00ycyt3RXdpL1FLNVZ6UDlYZ1VibHdxd3l4UWR0cWR4L2NjR24rOW1KaXNyVVBQNzhUTE5ITExuY1dneTJ2TEFHLy81ajJSYVZLdEEzSjRmU3ZtN1JmRjIrSi94clhoQWwvRkp4ZnN4aDM5WHh6ZmZtcXQ2OVhVT3Awemp5NldFNVErYmhjRVZNMU1xb1daTWsxaC9pU3d6czlFa3ErWkwvUDU2dUx1WWxEN3FkM1pwYldRL0YvMGZ3T2d5NVlERnVqRTdHdGI2MHpKdWlCbkpBV2F0YVlmZW9Ed3krZEdLaEpYM045Q2l2cDZMc2E1L0tDUk9CR25zcGNQT0ZLTyszc0FXN2dnQlgwcWNpN1VVdjUxNjdUZ2NORmg4eEoxVzhEZUxwc3k2L2gyT2ZaNVJZWWtNOXo4Mis3Z25RSGxhNGwzUCtJZXNmcGYrY1g3WSt2dXR4eTFJSDdLcFB1QlhjUEd4K1I2Yk1lUDZWeEo5QVo2dW8zb0kyQVdqUnJvL2V1bDVjTEt3R2p2RzlXOFM2Y09RRDQ5Zkxsb0VSM2dWV2xKNWdrZTY5TlhxNi9uejkvL3FvUS9ZNUZXbDJNekRMWWZNa2FZUHUyQ1l2MXpWMXFodURtcGpMd0pqUHE2SGd4V0FqYkhubG9NQVZFM3E3RW1lYy8yajJNa0o5WXc3VFl3VDUvb1hFNWlRaTVZMTRiRW9jYTUvRkQwNTgzMmdmNWw0bVJEbittY2lKMmkrRDVYL1ZzT0xBdjFvVnlUdlZiZ3VVNDl4bSs5RDA3ZEdyRTJJYy8wemtSTTAzd2RQd3JPR2x3bXdybjhtZG9JQ01PcGJzK2k4b3h0ZXNLNS9sdGpFQkdGUGhOWDBOZHRMSVRQVzlXOWlPRnRFWU0rcnRkbm1NZTFSekxyK1dha21KOWlSdExyYlhOV2VaYXpyMytSd3RwaTByRTMwTDZKYklldjZaeVdhbkdEVXlvVjhadVVuTkMvVzljK0pjNW52Ly8za2doTmt2c1NydUxvOXRXb21QNnpyWHo1MUtWSkQrd2xTcE9LMzdVWTVIbFBoMWFONmlXKytmN0NqMWNMaWR5VmVoWmFWdzd0SnJLaTBZTk51bE5PRTNPLzM1Y2ZodmJiWEJ3ZVhVQmYwaHRWNEZhTENVbHVwR3JRemwvUlVINW9IbjdwejhKNi9ybEd0VnNBcThTbzBHc3ZzSkt1SnZwaDdxbjN3MGZlVHFiQ3h2aXF2UXFPMHhFNnl1dWdiR3pIQXUvNWhiS256T05IblhmOUswY1pFNDBTL0UzWTUxWGtWUWg2TUUzM2U5UThMc3RSNWpPaW51UDZWb28ySnhvaCtpdXNmTWlsMUhpUDZLYTUvcFdoam9qR2luK0w2aDB4S25UM1FuLzF5S1VzeUU2VzQvbVdtR3lYZ2dmNnVwMlhsRk5lL1Vld3k0enpRMzhlWDNXV0NGeE5JY2YwcnBtUkkyZ1A5N2VqVi9rTkE3cGVkS3J3S2g4d1lJL29wcm45RGhJcGRqaEg5WXNUeVNSL1R6NWRQSkpVMTRmWDE3Sk1GMVlXT1M3OW9YaDZYL3NnY082NzhJN01ISWh2LytFMHd1S1diSmVZL1B2SHNaMzh6MEwzeXY2c2RydGtPL0h6MXNFaW1EZE9mQWovelFIbWFwMzh6MEpuK0t5RjU5Yk5VeEZRZnNrUDA4M3d6MEpVK3ZBRU9YcFp3WHYxeVd4ZDlzRXpWT1VRL3p6Y0RIZWxQQlhMd2paZmgzYTkvRFE2LytPUDB3WWVpcTNKcTVEY0RIZWx2eTdzWG85S0E1WnU5S0hSb3YzSDZmZjM2R3ZXMmxjdHBOcm5SbjdLOEU1NjRPdzJqcnZzeCtzRDZVZ2lzdHRPZlRUUEJqWDdML2JXL2FZYVZ1QitqbisrYmdXNzBWK0JycjBmbnNPbGJiMVhxak5nNDcwUy9nVTVwUnlNTGJQcTcxQklEL2RBK3ptL1NpZjRzdHhESW9kU1RQVFo5R0l0dGFGVDhlRkJMd3JFVE44V0ovdlJyY1dYaEZZZkNpSG00WmRHSHVvOHZxUUtmbWNoTXptK3lldm9jaWdldWpFcUxQamlRNEY0NmFQa3htUFNiZEtJL3oxWCt3L1BPdE9ndjB6NWFHSkJndDUvMG0zU2kzeHgrbEtJaVNhSXdSZVhobGtVL29KZm9XdDluU1BwTk12UmpMMDdvRE95M0tDd09HYjE4bTJnOC82R2JuclZlaFEwU1NaU2haSjR1aWI3NmNrSlhvOEIyK2swZFRQcE5NdlFMT0ZMTXlEOUNQc01SYTFDVEtCcmU4NG5vdzN2MWpPdmNPdVZFMG0rU29RL3lhVWZpV1ljWjlWYzN4Q1B4eVc0U3hUTnZyWjdvUTRrYlU3Y29KNmdlb0VFTS9RS09GTE9CbXUyZUQ0eDNmcWcyaVlKb2ZzOUVIMHJRdkIwSnUzMTRQUy9WQXpTRW9ZOVI0WG4wV3QvS2E4M3JZYnZlZzdGbm4wR0pxZlIyUWZTaHhNM0xNckRiWnorWjZFUi9aaEI3NWpVdjZHazJ2RkVjcFpqb2Q2aXpzN3A5eG0vU2lYN25NNXcxREFvblZ2MDlvdCtuT1M0VUJ2cFNNSDZUTHZSbjR3MCs4bUZRTU1ydm1laTNxZm14dW4zR2I5S0ZmZzhIazNGV0RFcGN3TmNWMFljV2VVK2pMRkJPTUg2VEx2UzN6ckJFR0JSV3J2S2JNZnJZS2tFbjBOVkkvYVRmcEFQOWxDR3ZZRkFxWjhvcUpQcFErUmUxeUJZMXhJemZwQU45ZHJZUG9Bd0thMjNsTjRrK05IMm9uYjRaeVBsTk90QS96YzMyd1draGV1NGN2L21JMWhjNUUzMG9jcDBRckVFekk0K2krTmNZSGVqUDhLOWU0MUNLa0NndlMvVGhnZGRxWU1FWEcyak9iOUtCL2lrenJveFp6S0hFQkx4ZEVQMEZpYy8rTm5YN25OK2tBLzM0YSs0ZlFWWWNDc2I1UFJOOTg1K0xtdm11YVZUT2I5S0IvdW5ZbnJkVkhPaHlLSDVwbzNhaUQvdkZvMDU1SCtoZjBQR2MzNlFEL1NtempBRDZwODNLSW9lQ0J2bzlFMzNCZlRPUTg1dDBvQy9hMW1zamw4MExTRGtVdjdSUnUwV2YrV2FnNFB3bVhlaXZSMi9lVmVqZk1rTXJGZ1VOOUh1MjZJdmtOd05adjBrWCt1Q0s5OEIzRmFPL2ZjWDBMdkEyeHNxOU0vTm1tazEvUHZITlFOWnYwb1UrWkRFY2Q4SjZoelMrcVlKRnlVdkFUYzZtTHhMZkRHVDlKcDNvSzZyUnNXa01aMUZNck5kQWpINkVaTTMyV2I5Skovcmk4U0JrZjdCRXRGZ1VpdllaWXVqRGJIOU5RN0orazI3MHhkVFQ1d2IzZnhoblZ3cUlSZEVXZUQ0eDlHSDRoOTArNnpmcFNEOUppRVZKaXZtNHc5QmZwM1VQMW0reWN2b3NpZyt5U1owTS9TMmE3Yk4razVuMGl6cXpzQ2hKVTMzY1llalRoOE40djhrcyt1c0ZkK3Z4S0Q3SUpuVW02Y01nQkVlbXZOOWtGdjJUOXlaaFJ0M2hVVWFscUM0TzZiUGZESVF1VUNHRkRuVDBOY1lzK2tXTjQxR0thaWtuai9TWHpiNmVGaTN6OG42VFZkUG5VY3JSS1pwSzA0ZjFMZHpJUjQ5K1ZPeUpyekZXVGQrSGQyYmViTkQwWWJWTjA0ZVFtWWp5ZnBOVjArZFI4aEp3azlQMDFTN1dwVkRUUHEzeHAzd3lzV3I2UHJ3ejgyYUtwZzk3RzVodkJuYjA0a3o4YTR4VjArZFI4aEp3azlQMFlTTDJuRkxVakgwemtQZWJySm8raitKR0syOXFUVjhVK0daZzFmVHptdXBERHVsRDU1djNtNEdUU0Yvay8yYmdSTkxQWDdVbWlYNnYrS2FhbXQ3WWxyODhIQ1NQN1B2NkhEZ1ZTQnIvL2wrK2hIL2Z5eWRYWHVyL2lPRW54Vndqa2RJQUFBQUFTVVZPUks1Q1lJST0iCn0K"/>
    </extobj>
    <extobj name="334E55B0-647D-440b-865C-3EC943EB4CBC-6">
      <extobjdata type="334E55B0-647D-440b-865C-3EC943EB4CBC" data="ewoJIkltZ1NldHRpbmdKc29uIiA6ICJ7XCJkcGlcIjpcIjYwMFwiLFwiZm9ybWF0XCI6XCJQTkdcIixcInRyYW5zcGFyZW50XCI6dHJ1ZSxcImF1dG9cIjpmYWxzZX0iLAoJIkxhdGV4IiA6ICJYRnNnYTF4cGJpQmNlekVzTWl3ekxEUmNmU0FnWEYwPSIsCgkiTGF0ZXhJbWdCYXNlNjQiIDogImlWQk9SdzBLR2dvQUFBQU5TVWhFVWdBQUFmSUFBQUJUQkFNQUFBQ1dpSmdjQUFBQU1GQk1WRVgvLy84QUFBQUFBQUFBQUFBQUFBQUFBQUFBQUFBQUFBQUFBQUFBQUFBQUFBQUFBQUFBQUFBQUFBQUFBQUFBQUFBdjNhQjdBQUFBRDNSU1RsTUFFREpFWm5hSnE3dk43NWtpVk4yVEJvUCtBQUFBQ1hCSVdYTUFBQTdFQUFBT3hBR1ZLdzRiQUFBTldVbEVRVlI0QWMxYlhXeGNSeFcrdTNic3BMWmpxNElpQmVnMUx3aFZGWFpMcVZDaHRVRVYvOGhHU0pHS0FQc0JpVWlRcm9FSHFLQ3MrUkdCQ21UelVBa0MwcVlJV2xRZ2E2U3FhZW5ETHRDWFZxcVNGNFFBb1EwSXBEWkMyZlNISnQ2MFBueHo3NTMvbVR2amE3dkpmZkRPbkRsenp2bnVPV2Ztek93NlNmYmllZWJJdWNIMFhnamVpY3pXeVorK2J5ZnpJK2JXN2lLaXJXNEU1MnZLOGcxWTlldnBQVlc1QkEzdjJWTU4xWVRYUDBSMHFWdHRidFNzdHhQOU5vcnh0V2Q2RzlITG10WnJiem44MWVPWE5WTDF6Z1RSeGVxejkzaG1qMmhEVVRHS0JOZzljMmQwNFlxZXE2QTVSS1I2K0pvTStVdTdaRmliTm5kSjBxNklXVnZVeEN3UlRVdkMwT0hQdFlsZWtZU2R0UFlSdmVpWWY4TnZIRVNkVlB2QThjRno5MDdwUkVmdnpZK2ZHeng3Tk15WFRSMmhWVTBFdkx4dUVrNW9oTXFkQTBSbjdjbEQ5S3BOMUNsRGExbm9iYzNyWkt2M3JveU5MczVhSXk3Q2pBRjBoT2g1alErdllrVWpWTzVNdXRLODFna2lIMi9TNXRlK0QxU0R4VkxkVDlIbTBSdi9oSXBoYzdxVXJ4anNHOGpyWmtpbVJQTXhnc0k4a0xSc2N0VStTVUhrTjlDL01XMjRoUzEzeXB5djlJZnA1V3o0YjBUL1U4aStKbHk4cm8zVmlQUUZyYWNsdnNhN3pRNlFtMDU3a3NWeElOb25Db093VE5EUFMxUXVYYzdmeXpqNE5rcjRpcUhURHVUNkcrdlFJQ3dtaXNORS92ZkgrakF5aUh5RzEvbHppUGV1VjlNRW5TbkdlbEZPYndXUjkrbVNWOXYyQmxMRDV4MGlldkNwRVBKYW02LzlLSVRvQWEvS1E4SmhCOEUzNitVckJsZ0VyV3RNaUhZaGdnMllmWTE1ZTUzVVFQNzc4emdoWWNFdmovWlJpYUpaVmxRdDBVUFR1VDNJWUdQRGN0aUpZQThneDR0K3dUR3hDc2xFbnNrSUlwK1JsUlVFeU5kZ1dvRE1LYW9GTE5MaEVxVFZEQ0VmSTdwZ0txblloK0dMMXRRZzhqVzV5Y0lXdzA5U0hHS1R0dkl1YStxcnRHVGpyZUd0NEFxSHBGbmw3R1dmUTBmT1FTRjdCaXNldnJRU2NxV2FLSE1tRzZPcFhETmErcm5MTmloOUFkYXNhM1F6cjhGZ08wcWJ3VHExRDBJYmYxd2xLbU5LWGFKQ1BrZTIzYzhtWjAvYldJUTRIWjhHY3BraUNvL1NYTnVBTmVYSWV6SGJPYW9zNWZHdHYya1Y1RnFFcjZFK1U4elhtakNnMkg1WnRBZDhQanhnZmloSDNpSFNGTGc2cUVDSkhucjBZLy9JbnB1blhEeWdRWmNkUGlHZjc0ZG9rYlFOZER6Q2s0NklCK1orTWNYTmZ1akZNUEtZN1h3QmRlVkgzU3BVYWxvRk9kNk1MQ2lnaU9leUtqaHJqNHJhR0NmdDBINjB0aEZFanNnSkJFNlNJQ0F2ZHkxTGJFSmw1Q0xDZThEazFmVE1UWVZLVnFTY3NOVXJsSW5CVkJBNTNwOXZ3ZUtTYWkyNjdBdHd6cE45VmtJT1Y4b3JyQjQ2MDVwTVY0Y2x5TEpyUU5BT29YaEtBM21PZXVpQ21PQnVIS0xCckh2RW9FTFg5dk9jaGE1NDkyWFJMcFZOWWtxNUs1b3JZZVJJcy9WYzV1dU9ENzR1cFN1dFBuMVQ2WlUwS3lGbks1ZDRYdzFnS2xGUURQVkNHVHFFWUEvNkhOWXVad0xIYU5BWHB5RlYrMzRaakNyWjBZWXNnVUVNaDliMnBIN2tDNEo1VGV4Y2d1Um85SVczSElPTWRBMDdLY0Nhd3FjRmwxSEp6QldWOGxEN0YxTko0NVdDU2Yzb3hOVjR1YTRLeUZWZGJmMStWQjJTYmVUSG9DdTdqbFpuRmNRUWNzUlhOcldCb3VpNmx1TzhXdmZYRnFiT2FqNVhwTENOdXZ4Z3g1aWZKdUxuV21XdTBoektWb0VROGxZT2JIUXduZFR4eHBYNVJmTUF1UUxCNWdObHg4alo4Zk9FVTdSSzdOTldWKzFiN1lOWm1STkF6cmZ6dFg4aU82QVhLNFB4OUdqZW9IaTdweXZsdVNLT1dSRFVka2Z3TGlvTDlsQzBGOXY1S0F2ekJlZnkwaFpsaG1LaXV6bmpzanU0d2lteWV1SWdxaEMxWnUyUE9EcDlTeU5ablhwZURGaytUN1F0QWZIRmpzZE50Z28ybEpKQ2lKdVFtNjJnK1Jvd2ZOWWEydzd5ZnFncXZROUJRVCt3ZE9pRWcvbWRrNDI4cmU1U3NPc3N5dFBNci9DNW5kS2pFWW5IRlhmYzYwVEVvcFZMR0FZc2UzUGcwdkZadzZ0QldNaGRVQm1UelFaem8yTnRUNXI4c01lR0o3T2s2U0RMazJRL2JVMnpUKzJaTExkRjVjV2FnUTNDZkxiaDgwT3VvRFBsWFhzMzBiZE5vdG92Z3QzTzg2U254dVFjb1hvWjI1cktwdDVpeHlxNDh6RlZ0cWM5YW41N2svRnRBM25UckQzY2lwYUl2dWdleWFoRnNEdVE1d0ZlVEcydzVieVJ1ZHd0ckZQY2ZibEhOU3BrbmRFSVdTY2VPVmJid2dXMkZKV0NYUjk3c1BkWk9wc1BwZFo3SEZjVHZZVmJQZTV5cDZ4VzlFOEJjSloxWFJmRUk3K2VxTVFGaW5VOTVZeWprUFBtT0QvczJjaVRHZVVyUktSbXJmVWphN29rNkpmemttNjFobEJnVEZ2VUpIemZMdWFzMFdaY1pyRlRxaU14YzBFSCtIV0RBL2w0bndiek9Sc0M3S1dsVXEvU3krOHduNXVGcmJJeGZtdmI4MDFvdE0reHdaYTVRT3JLTGlNZlVQcGFrd2U3STgrVEJIY2FnMDlrcjVlVmk2N2tGTEt3WHR1UHJSWHc2S0lqeVNFbkdubVBMZ20xZ1VaTHVjQXlXRVd3TzVFbkUwMWdad1VCczNqcmthNHhXK2s2a1l1TEJNRTQyc2VsNlh0RlYyM0VJc2U2dGFMT0syc3Z3V3hQdU84WEcydHFyWEFRT2Y0WlRHWGZLVTNpRTg4UHZXcGN5QWN1QzluWHhjNjlKaGI1MCtIN1FHRWxWaXJqN0MyR0ZrN3dadXJncWNQSzc3eUZjY3dSM1hScm4raVhuTjM2akM3QXhpSFVGZStSeUd2dDhGbEZHRGNKNUhhNXlZWnJNaFpjeUR0RXY4dWxORmk5V1crV3JDMXR2bFFLdGI0R2FzOGQ3R3JYUjc5aTZHZGZJN3Qwb1E0VndlN0tjK3liL3lyTXowL25aU1hFV3ZTeWczTFA1ZlJJbjdmS2loUHpaVU9tZXZoUWhudHk5VTN0YU1lbU5sVXdGK2UyR2YvcTBpaSswVkdrKzVvb1paNjN4K0tRN3c5Y3N5QXk3L3VWV05UWWh1NCtQRGN4b2o4WHBFbWo4aktuT0oyenJ4TGNhWk1rcDNsSkpBWDRXa2hWUjJrUWg3d2o2dGJidVZjTU5YUEs2Um9RVUh1Nm5xWU9HejBGK1dtaTVXSVN0dlBNUzloUjNHbkRVbXJGcGNGSjYxUStwWTdJdXRWelFzSnJsVjlDTUorN2tYL2tDZkgwOGJOcmREYWtxYkNQdjFiNDQydzJVTHpQTjg1S3RxSTE0b3BnaXlzbjlGeTdiSlRQRnphNVNlT2U3R0puZCtFeHlBeVhQUjByei9zeVJTYjVsVmFCZkduWndsU1BMdHhaWmppV3VCamtFN0p1blhEbmI1SlZtNnVGZVd4dGw0dTRaWE5Pc0pFcmsrWUtVL0VMc3l6YVc3YlBjWkhSOVlpMnlHblZlN2c1Q1hmRWc0aDlpMGdiaFVwMlV4bThuZTZZUGtkVkpyYm9SaEg0eFVwWGMxdzZ3NUdyRmtRUElYVmRKa1g0dks2b09LRDljRXNxWXI4WUV4RUZSZXJLSmJuVVZzZUJYQWhucDNQMklJbllTamNzWDMxR3p2Nk1lQmMveVZPMFlOQ2lSYlNRdi91WUdWbFBLelZEeWc4RkJodjc0YU5nNjZHem1tc2FldXpMbHNxYzBDbER6dDJQVURvQjl2M09CYjR0QzBLUERrNU9ZNUFqWVVYTTVSTnIvUlV1SVVtV2lwTEFZc05TellPZDNSTHp6UmJOWlRsYmJaVWg1OXM1TzdhdVkxTHFLRVFTWEdSd042aHlYVzBmY3UyRnpzSHFNOXJzQTRQaVp5aDMzbm40Y1I3RkZ0dkN4VCtJV1cxUndnR0NMK09iSlQ3SGU3MlFTVU1TcmFEUjJCQ3lsUWFFenlyZGttYnE4am5XWVpGZGJDNE1NczVaYTZESVp6MVgwQVNsYU9hRWc5ekxTY0p5dm5BU3EybGNPWm9yT3B0UExmNWloZU9XSUFWejRhQ3RzSE5PVitQa25RVXpQUG1BK1ptNmtFOHFld21iMElldHI2Z3ptZkhLQTBQWVk3SFY1ZStnMmFZMm03T3hwc2ZzbHZrZG5ZSWNSaTNuQWxwc3dSaHgxSjVzR0xudzM1d3Q4RGQxSUdjbllsTHZMRmlmdi9wTVhnTUU1Vm5NbFZoc3ljS2dRSnQwWk1uSnFqbkhzZ29aYkJ2TWZ3L1ByVmFRejRoMVlvNnRjTW81aHpQbm43Y1JmVW1udUh1cFljUjFuei8xdlRZempaNzl5aE9mTGVZc29IdFptWjl0VnhsVC9xZUFaN0t4RGVqaVZEYVBGVFZuQ2dsWmFiZWhpTXViN3o5MVR5WnQ4OWlqaTJKUVFRN3BCWGtmak5uSEkwaXc4a2F0aFd1YlhDc25PVDlUQXpuNjh1RmJFcncwVUlNTEthYzkzVnkweVFicWJmbFZIN3NDNGFmc0pFR252V0paMDVRaTE4V2dnbnhPdnZ3bDJwSjVKSGg1WTE4YjY4alJHMFBnVXhQNTRPUnpQOG1mOHc5ejVNbGRXeDlYMTZRc1U2V2gzQmNtR3pPbFFmVGRULzhaV0pWdGNWL3JQNmtFeHcxdURoNCtEOVhuenoyc0xKTUs4cEdUaTV5MWRqZmRYd0tNUVJmUFlJWFBNajVUQTdreExMc3Fja20xV2lZYis1OFk5anlvV3pxNWJzMTBFaFRrem5FMzhmV3RUR2YreDdlL3A1SElhOEwvYm1VRjFjSDI1RDM5d1k4L1pjeEtWdzJDcDFzTmVWTDdTMTlnbHpjK3VvNVk1SFYxaGRORnFMMUl0bVJtUTUzbGIxZEVEb0Z2dXIzS0wzNGRsa3hvdTVxRElTZEZzaVc5UmE4SWJhQTZjazJNcXhQcjh6RmZ1dWhDSTltU3pxdyt6OWU3Q3BCZmM4Rm5uRWFQWkV2YTJpeC81eXBBUHJQdU4wOFppV1NybTF1QUlrSnJYZ1hJTy9PYVJiNU9KTnVZZGhUMENRUDl5aU92eFlWbkpGdHlLQzUzOWhUNVpOeCtQcWFVWUNVdWltUkxPc3NsUXRTaFBmUTVrTWRZY2RwWEQ2aG00aVkzam0xY2ZHR2tUN2Q3SmQ4cTJNemJvNkFFWDRtWTBacVBZRXFTU0xZRHNXbk9iaHZqdHRNbzh6UW0zREZFNU54WVhPMGF5WlowVmpVYlNqb3d6M25kVmpJbGRpZ3VuQmJpb2ppU2JUZzYyQk1VV2pFaEdZdFc0MXVUMzlKcWRMVXpKTy9UVkxMWmptUkw1dGhQUCtLZXB1L2VLbTU2S1ZmTUw5b21mbFlxZ2c5R3NpVi83Zklab1U5YzVid2E0cWs4WGd2KzZMNnk2SjFQaE12bmR5N0ZKK0VOdUFpZjlnMWVVWHJ0dytvZDFoNlljZ2U3dHVydWdlQ2RpUnhuZDFqK24wSHRUSGd4KzYzc0FtTjJWMFR0b2hCbTFMMjdLTThwcXZiT1U4ZTZ6cEVyU0R4eTdKRnBSZjMvQVRaYnJjZW44eThVQUFBQUFFbEZUa1N1UW1DQyIKfQo="/>
    </extobj>
    <extobj name="334E55B0-647D-440b-865C-3EC943EB4CBC-7">
      <extobjdata type="334E55B0-647D-440b-865C-3EC943EB4CBC" data="ewoJIkltZ1NldHRpbmdKc29uIiA6ICJ7XCJkcGlcIjpcIjYwMFwiLFwiZm9ybWF0XCI6XCJQTkdcIixcInRyYW5zcGFyZW50XCI6dHJ1ZSxcImF1dG9cIjpmYWxzZX0iLAoJIkxhdGV4IiA6ICJYRnNnWEhaaGNtVndjMmxzYjI1ZmF5QmNYUT09IiwKCSJMYXRleEltZ0Jhc2U2NCIgOiAiaVZCT1J3MEtHZ29BQUFBTlNVaEVVZ0FBQUVZQUFBQTBCQU1BQUFERjZsTjlBQUFBTUZCTVZFWC8vLzhBQUFBQUFBQUFBQUFBQUFBQUFBQUFBQUFBQUFBQUFBQUFBQUFBQUFBQUFBQUFBQUFBQUFBQUFBQUFBQUF2M2FCN0FBQUFEM1JTVGxNQUlsU0p1OTN2elVReWRoQ3JtV2JqbTJRMkFBQUFDWEJJV1hNQUFBN0VBQUFPeEFHVkt3NGJBQUFDazBsRVFWUTRFWVZVeldvVFVSUStzYVpOTWtrYStnQk5Ya0FTUWFVcko1dFdjRE1LdGxnM0kyZ1FGeklGZFNja0lMaXBrSzUwYWNBSGFCZWlLRUt6MFkyTHVCQkJFVkkzZ3F0VXpVeTBWai9QblpsNzUwNmRvV2N4YzM2K2UrNjU1NDhvcExrVEs3aTJJS1drZitZa2ZMcFNTYkw2dXJ3VlFJQzlOSXd4RUpDV0xiNXJLYUI3d0kydlcwVFAzNmM2S3NNN0hwNDI4VDNaVHhjTmFUQ1dGQ3RWL2orRDh6RTVTU2k2SE1vaFZQMTFDSURObzJZQ1p2N3h1OXVya2Q1TUNETWpVcVg1VDhJWWl3NndHL21wSjkxRlJpemwyNXJQNkNSanRCZ0tYb1htUDUyNTlUR1dnaHpRaVU2UTlmZVVDRkdQa1dnSzBDQjBsRXU2VHNabXJDOW1NTkV4WDloSGEza0YzM1RsTEg1b1loR05GNjhjdUdkajhYVHhVOE5ZMXpWQnNTWitLNTVLWHV5OE5GZzRKMWt1VjJKNkNIaXJNRVlzRFVxZEIycEttTnBYck00VWdDaUU1RXB3emx6L3lIMzdaa3IzRU0zaWo4QTh4QVZuallZTi9RckZQL0lIcE9EMXFMcEhWazNwZFdiVFQ0LzFodXMySVh0SE55bCtnTXRFejdpQ2RRN00wdTh5ZWhMa29FOFp1ME0wd0ppR2pGYzBJL1BQL2J4REQwVEZodHd5WGIyOFpqK0VsNEZLenR0ZzZZbmJvU3g2b1o2b2dFcklGK0hSU0kxdkRoTUJGNVJycTNhWXh2N0w4VmFnNXU4UTdvS1E4c2VjcUhSVnVIckxsMFFyZThzOFQxaFZCMGVBZTFyNlp5M0xBV25SRDRYRys2RE9HTUZVNEpMU0VObG96bGw2QzlIZFJhZDE1N01HNFFIc0VXL0pzYVk3eUI0Qk9CaU90SGJRRXNsc0ZRSzRJS21VRFc1cGkwMmN2NWdNMnc1MmVSdE5vcUpLYkJ4YkQyYmZFYk14dlJ1M1Nja005cE40SFhYN1Vodi8rNWVJbUd0RUZyOHdpWHdISXBNYmxBL200eitVM0U4bSs4bW1oQ3ozMDFOK2U2eVhOVytsY1Bka2JQZTFQMmFhVGJKR3V4K3c1YVdySGFKL2c0VTZRb3I4dU5JQUFBQUFTVVZPUks1Q1lJST0iCn0K"/>
    </extobj>
    <extobj name="334E55B0-647D-440b-865C-3EC943EB4CBC-8">
      <extobjdata type="334E55B0-647D-440b-865C-3EC943EB4CBC" data="ewoJIkltZ1NldHRpbmdKc29uIiA6ICJ7XCJkcGlcIjpcIjYwMFwiLFwiZm9ybWF0XCI6XCJQTkdcIixcInRyYW5zcGFyZW50XCI6dHJ1ZSxcImF1dG9cIjpmYWxzZX0iLAoJIkxhdGV4IiA6ICJYRnR6WDJzZ1BTQmNkR1Y0ZEh0bWRXeHNJSE5qY205bGZTQmNkR2x0WlhNZ1hHMWhlRndoWEd4bFpuUW9NQ3hjT3lBeElDMGdYRzFwYmx3aFhHeGxablFvWEdaeVlXTjdaVjlyZlh0Y2RHRjFYMnQ5TEZ3c0lERmNjbWxuYUhRcFhISnBaMmgwS1NCY1hRPT0iLAoJIkxhdGV4SW1nQmFzZTY0IiA6ICJpVkJPUncwS0dnb0FBQUFOU1VoRVVnQUFCaVVBQUFESEJBTUFBQUNFaVUzNkFBQUFNRkJNVkVYLy8vOEFBQUFBQUFBQUFBQUFBQUFBQUFBQUFBQUFBQUFBQUFBQUFBQUFBQUFBQUFBQUFBQUFBQUFBQUFBQUFBQXYzYUI3QUFBQUQzUlNUbE1BRUdhcnU5M3Z6WWt5UkZRaWRwbENVUU5LQUFBQUNYQklXWE1BQUE3RUFBQU94QUdWS3c0YkFBQWdBRWxFUVZSNEFlMTlmWkFrU1hWZjlYN1A3dXpPaE81dXo5aUlHUUlia01QU0RBWnpEbjFjandNdEVtR1pIdEI5R0F6UmkzVjdXTGFrSGdzT1lVblFJeUpFeUFxSkdVTFdZY2syM1RiSWNvRHNIb2V3VU5nVzNiNndqbk1RYUFiTHhpZUhJM3J3blFRSXM3MXdONzEzeCtuU3YxZFZtWlZWbmZtNnFqdTd1NmEzNm8rdXJNeVhMOTk3bVM5ZnZwZFoxWjVYWExtVndJbmFabTVwRzUrd3FYQjN1ci9IVVZyOUIxeHBVWlkvQ2V5SWpmd1I1WXlpcVhCM1N2d1pSM0JGSEhERlJWbmVKSEJPM013YlNRN3BtUkozZGJITkVIMVdQTU9VRmtXNWs4Q08yTW9kVGU0SW1oSjNkNGdYR0pwTFZYSElGQmRGT1pQQUpYRnpPV2NrT1NSbld0eVZhdXlvdjh5cWpFTitDMVF1Sk5BVGIzS0JKcWM0cHNiZG8rSXBSZ1NMTmJIT0ZCZEZ1WkxBSmRIdjVJb2dwOFJNajdzRndScUtSbUVvbkhic1JKRjF4Yk1UeFQ5YjVGUGtyc1g2MGVjRjY0VFBWa3BGNnpFSlhCQmlMNVl4VncvVDVBNXRyVExDYTR0dk1xVkZVWTRrME9JRDZ6bWlkQlJTcHNyZGp2Z1dRK081dVo1OEdNYVBYZEdpbUdmZmI3cmNuUktpd3d5QWluaWVLUzJLY2lPQnkrSW9ON1M0SjJTNjNDRWN5MFh3UU13Y3g3emRkOTdNTUZibTJzT2VNbmNOOFRUVGtRaE1iVERGUlZGT0pJQkY3bXBPU0prQUdkUG03Z1FmVzFwakExTVQ0TDlBT1lvRVd1eEcweWdZODFSbjZ0eFZ4SE1NLy9BM21reHhVWlFMQ1dBRnZKa0xRaVpDeFBTNTJ4ZDl4bVdBeC8rT2lUQmFJSFVvZ2JOelBYTk5uenNzbmphWTdsbGovUTJtWWxFMFBRbDA1M3JwTkFQdUt1ekdIQlpQcTlQcjNLS2xVU1F3MzhaOEZ0eGRacmNvc0pncnRpaEdHYWhUcklQRnhlb1VtNXR5VTdQZ0RvdW5MWWJOdGJsK2U0dGgvUGdVZGVlNmkyYkNYWlZkUEoyZTYwbm8rQXg4TzZWWVhNeXhLWjhOZHkwaG1NZ1REc2Qrdzk0ZlJjbnNKWURGeGZic3FaZ1VCYlBoRG03ME9zTlJaYTZER2d6ang2V29MZnJIaGRRUjZKd05kN0JPM0xiZC9sd0h2MGZvcGJ4VnFiRnIzN3hSbTVXZUdYSFhZdzlWWGhMenZFbWF0WXZ5QjQvVFFGZnpSNVVyaW1iRkhhS3hxM1llRUkwdDNpeXlpMmZtSlN0czc4MmN2REVKbUJWM0YvbVpwanZYNjlVeCsyejIxY3R6M1Qwc2Q1Ky9xM2J0VHlmVUF6WDI5T3VadVk1clRFaWtVME9MNC94emJNWTU3a28vTDhTUkVHK2RqS2k3YkRRV1pxU0l4azVHOEE2d0ltcDQxUUdhbktKZ3VDdjF4Tk4veFZ2c2N1ditNYmlDSmVDaXNiVWlHanVHY0NkY3RTSG0rYnUrREhjNzR1WXVaRnVxVHVZYlBuRHV1WjNRSGZaRTFJVDd2RURQUzZBeTErNkVuYnM3NVZ6UW1NeVhvMHRDdk1CSUhyNy9JVk5jRk0xUUFsaHdzMStIbnlGcERwcTJjM2UrSnI4NGM1TDl5c2JvUlBSWWh3STdGSVZETWJwd0oxcnpwQkEzSnRyQVRKSGJ1Y09CcEwyQXRJc3k0WmhTN0ZVZjJsRmlvNXN6SS9hS1JjbkVKY0QzM01TYm4zQURWdTVnUUo0SjI3NHdJWjJBZTg5WmdncHJSaVlzbHdJOUo0R2VFT1JwenVsbDVlN1I2QVdIaS9LTEFZODgvdVJEYjNFbkNCeCs1VmFsTGVuUHVHdXh3T1JHQWdqUnUwR1VTeXhXN21yUlZIQktCS1JqTlNPY2Z1V3F5a1l2OEE3RjFWeks3SlluQ2krRWNaUFpNWmVQbFRzRVN0Vy9ST3lIcWRJVktJcEwzNnFyWEJhVEdMRnJ4MzFXMWxTbHlKdUtCREJiY1l2ZXFkQXd1VWFzM08xcm13ZDF0VCtCOE9tV1EySVFibVhRb2JISkJJRWRjbkJyb3NLcWRtTitPYmR5VjRtRzYrMVJkQWpEZE51aE1PQmtLM1V6b0FVTmMrekpHUmcrTGxub21PWnhvVFU3blRidUVIV1NtL2ZuYTlHM1hlRVZ1eFFHVm01Y3VIV05qZFZtWjdhbzRVWUNtQm5uK0IwN0szZll0Z2hmbC83MnFtWWE0R1c0RVd1SWhSZnVVdUZrTzVXMksyU1l5bVNZM2hYS0hPR3hjb2ZoaUxWODZVWC82bytGZUVORThGbkhLL3d5NjJSRE1Rc25PeEorYmxKNGdaOWI4dWFHenRFSXNYTFhncDBJcnFmL2o0WjZ5ZkVFZ1dZMk5QU0pKRlpxMGJJdFVWWTh6azRDKzNOdHY2M2M5YkJ2Y2UrOTc3Nzc2Lzg1SnZvVysxMkJHR2lxQnh3WDU0SjZOYm1BUzRXc0FKcVNCSGJtMnMremNsYzNiMFRzc0VNNGU1ZmduQi8zdWhZMGN6VTcwcUxHaENWUVpWZThFMjU4NHVpdDNHR0dOdTBjVkJ4L1RBUC9nTXB0UWJUTlZFeGNMRVVEbkFUb09BTlhmcnpMN055QjdVTURiK1pjQTJEYUxMU3piSWRkNHBkVzlvcEZ5UVFsZ1BNRmMrem1XYmxEak5hMGFzR3V4WjViWWRlTjdjZzJFQUxnbGxZU3JMaFBWUUx6M1N0VzdzaUFHTGFRb1VQTXJENUt4M1Rad0pOVlowZHBxcWpqU0FJcjJyRWZSeWh6aE1iS25XVlJkU284SXZ5eDZuc2RjZEV3Ky9JaGR0cE5kOVJRZ2NhWkJOYm0raE9OVnU0cys5dEx3VkdNajRoN2FsdHVSSXhnTExjdEIxZmY4V0xORGRtM05KYUsyME52T1pPbG5UdnpheFVOZndCZjdCOTQrNDdPejJPcm1qdnhWSGJ1MU9lc0I0NGpPVERlemVOSWR6cWE3ZHhWalRIU3JyODlVWG1WZDg1WW5LN1JHQlFPbDNCdmJGa05XUXhKOFRCTkNkQ0MxckZYT1UzeWg3VEZjQmYvNlBmaVR3ZVl5dlRpMjUwd0VXMTJKQTlwVmkrbUFCY2o0SlVpR0t0TEt4ZHBCRDY0YVN3WE5JNU9CTU1kSm1nTjd4M2hTcW1HRC9jdFZwdWVWM1lXb2E2eUhnTmVlZUxjRFkzRUlqa3RDU0JZcWQ3QW5GYWIwMnVINFE0VGREUjlsNnFiUGxHSVJxMTZEeitIZE0vWndjZ3k2ekVNY1RlbUo2cWlKU1dCcGJuZU5HSzR3MEdrcHBMQ25mMk9uOGJpdjNPK3Y0djA3VWROUDJmOG55NGIyR01zMmZoTkZ4aEdra0JycmsrS005ekJKS3hMaVMxVWZ5eEluc1RyVld0dms5bHU3ZzNXWTJBOEhqZk5GMWd5UzJDSDNWTEtqQzVuRlRqdWdoQ1RUL0RhemVXQThEUGlxZHVlRHRPdVdGbmlQUWJCdWh1dWlDandaSkJBWmE0UFpuTGNuVldPMUcrcTA0RDcrRE9LN1F6U1N3TUtMNXJib0tpeTdrYWFCZ29ZeHhLb3pmV1dIY2RkcVI0Ty8wOEo5ZVcvTlVUaFByRHJWc1R3b3JuSVhwbDFOOXlTNG4zK2l2amhWUXZPeFYvL3ZRL2RkVit3bnZ4dm4zejhpWWQreEFJNDc5bDA3R2R2YnBua3VUc2xialk5NzErOFZyeFpDYUFIY1lqK1Y5V3ppd1Q4ZGkzQ05ZQVJhc2k5aURjQVAwN0d4NFc0VnNNZXZmRnFFZStCajRWWFluSE5jVHpTS0FDWmlWZGVSRWMrek4xOUNIZi9nWWFJRU44ZDhWMFZHNStyT0Y3TWtCZmRqSnBJcGhyOHYyZ253Y2Q1UnFqdEM5NnZDc3NYS1FxZENHV0xUN2ZvVzFmalNEeUhkWWR4OTA4ZkV2ZC9uN1pVd3A3emdWZHl0MTBYaUFRaXRrek5WTDQwdFMrVGxxcmlUUjV0cTNjQ3VoSy9qMTJ2bzJ5ZGNoYy85R1VrYjFVN2dVMHQ2MkszOUYxWCt1LytvNFRraGo0K0hJWTFod0tPRG5DaC9yZlRWZWE0TTJHQVhZR0dZRHJkTTVWeWVRc1BkcXpGVmRid0RISEJyVml6Rjl3aCtzc2U5a09zR29yWlFNV25iN3QxZFFLemxHMDZXTUFpQXQwWkxiWlQ5Y0w1S1J4VjZLVjFTeG51ak14QUd5Zy9HaGxHS0ZObWkxRWp5SEhMVkNmSXc5Y3p1UmUyN1JVemwvVG9reVJnMFI1Wlc0azRoejJ4RFl6TURSK3pDcENDWlhtSlNlUE55OTVmcUl0L2xJVWwvSkhveEkvdmtBZG9JVHBCcXAyN0JHRDRlRG80NUZTbk1iendWak9NTWZjbG5HblpZYmVBaHEzdmpPMk5rZ20vWnNQenlPTmZ0VlhIdXg3cnN1elcvVlBXbG5WRDZWSGhINHU3VUxPTFVJb3Z1cGUrYU1VWEFZMmJvcW5PdXVDTEliZHpGd05URHlzQnozVWFQQ2N4cWFhOXZyM0c2Y1FhRzFrYUVwWktTOEp3T0Jna1doSldHZGxoSGFkMG9uckwyZ24wMTdOR2NTN1V3dFZBcUJ0R29HVG1JeFVNMTRuYkNYUnV5c0NBbGJzazRlRnpPeEJHVFJ4NjNwa2JGcUNCN01XL1NBVFJlRE5mTFRheVJGYXZhYTdvTm5jbEVOcHQxMTVseFF2L1MrbEUvWmJWaVo3TnJsOE9wa3lzSWJqdTFxWDdtU2VyNk40cDZBVFppWFJMY0N0M090MWFlaWY0UHhiZkMyMnAwYUVCRENZdlhML2ljODNveEQ0YldhSTlsSU5Cdk81ejJzT0ZWdWdFaWIxdSt6Q212NmIyTzZacnNTVEpYc01BRkgvdnMxUFFDUnBGMzB5MmJueTJjbWVFSm1sc1VJay9DMVIyTFVEeGJGTFEvaStob2IxNHZ2YTB4Qi91QUlKRERYcGl5ZTd3aWIvUUNaSit6UklUUWNpdUdmYk9tZUh6aXcvNUovZSsvenM4U0hYaWF5ZHZUVFB4SVpIbW00MDdNelFwZ3o5alZ4R1JYVWpuc1hpWHJ0My9mM2RwYXJIckJGYnBuRm1yV3JyQVJ1U28rVDMyMkpXUHRkQUpFZ01tcVhXVGtNOUVuaGpVdzk3ZnlicFQwWW1GSjc4bjJhNzUyY2FkR2RyRDByNUpSVHRnK0hRR0Y5czN0M1labmVML2c2SmlNOVVXS2tmTnJnd1AxaFU2QWVIU01tVGJKT1FkNlU3NE1GZE5JTWE4cWVpRXNXVkRwcFU3QXl4bElTenFsMXhHTExheTdTZFQvdFM1ZVlPV1Y4dDJSRDAyTEdXdmw3V2tFbldwcldxaEU1QU1uY1U1TUVtb3Bqa1JWZHJyU1hubFNpZXMzRm1ZdVJUT3BJdlZvOWR5eDdzSHE3TTZRVnZIdTROMVpFN1hGdnFUQUk3dWhVNmtFeVFka2pNWmZhd2liaWdNdmVIT21ZTE5sVTdZdUZQVUpoS2wrbnFRYytMMUR6UVRaZndqcXhORHlHaFB3d1VEK1lWTzhIMG9TMjFUR003OGIwa1lEeE9aU2c5TDVFb25iTndOWXlKN09hc1R0QU94YXNmWlNodEZzNk5JVlZMb1JDb3gwUXJhZUVweVNYZTkyMnlYeGh2S2xVN1l1SXVUN09LSjFZa2hiczErMnBNcVl4SjZ2SFNpOU44SDJQMm9hVVV6QURWMkJ1eUIwUVpBRFE0VjhvYXVJQ3JYbk1pVlR0aTRNNU0rVGk2ckUzUTgrOUNPZllYZnZyQlh6Rmh5dkhUaTVFQTg5UHlVM3IzQ0VEYitEL0NPSG81Q3AxMU5LLzljNllTTnU3VE1wSWRqZFlJQzNodDJYTERKVS9rRGtPT21FOGxqdWEwcDZRUzJrNHg3VStqakE5V0w2TFRVYjBmbVNpZHMzQ25PbkNXRzZrVGtuUTIwQ2ZGeVczb0Q4S05tSEMrZEtOVVRoZ0plMmVxb3JHZXFaK3NQekd6UjRnMUFxWU94dWRJSkczZVpSSlFLbU5lSkttdG9vYm1SclM2OTdJcDQ1ejlPMVdaV0lLVVQ5REdDMTl5MzZkZW5qeEZjdVNaUm9mZldaZHArQnZEZlhLa2R2Yi9wbmY4SkNlcDUzL2FhYXYvOUx3MmVYL3pKNzN6aUJ3amxSKzk3NE9jMGtMdXE3L3pCM2VqWlQzM2JYYlhCekFEbWprUzBzMlU0ejdQNDY5LzVvUis0ajBicVorN3IzLytMUWNYelg2NWRTelFFaXEvOXJVNVFQUFIzeFd5M3lTdHNxc280VmYrTWVoaVNHRmNuVW5ENW9rKys4b2tyd1RjbFl0RDNEQXdsQzNkRFdCaWx1SzdQSVFNSVVIcGpJRk5sUUdUS3A2UDN1TzRWNHEycTBGR0NRbC9oOWF6WDlsT2JoRHJJVnlxWlJpZEtIeFEzNzRZS3JMYWpGZCtuQXR4djhLa3Qwd05XSDdlTGZxMVA0OVcvWG9FOEtMK21KTWordVA5Qy9ORkJDQk83SlF5RjBVeTBxU21hdmIrSXRvVDRPNFRnUkZVOGlJWlV3OGo2SUpwQjg2dFVURmZ2d1h0LzZxY2V1cTlHSjhJdjlxL2RUK2ttRmZqWHZraG9ZNUJOb3RvTlFUd1BFMWx5YmFmS2tnbEk5VnZKdkN6UGJXS1M1eExNUzRMYWxFeEFhNjFadU5NZ1hDWHJyRTVVMk1VbmpuNm9iZTRkOFRlWHZjVy9aRDViTUFheERuV2lMZWl6SnFVdkhrVXJ2bzhJOGI0UHYvajM2dUp2RUlsbDhBT2RXS2o5ekhKRjdmeitocmo1VXEvME1YMUo3bm4vVlloZjhrb3ZGMGZSV05ONHZEUG1acG5NUktqZGU5NW4rNWdQOGNXSmRSQldlV0hYTzEvWDYvNk8rS3NkYjNFbjBwTWVVWWpMMTRrZ3FabUFsam5tUWUrNWRCUjUwSWxvU2xDNTVvUXJuV0M0ckJFWGdaSzJLUW1kMEtCMXNpemM2U0NPMG5WV0o4cnMzNk5SZEt3VDBIRm4rS1dwcnY4Nmx5UGFDTTNpOWV2WGE2S1AzK3RmOGg2N1hrR1RtMzYrL3pHQ0xIYmluUGpaZ0s2eTBnbWNYZmxweWl0MSt4M2NmdmNKOU5DUmQvblBLTklmZWtvbnczRi9tejcrTWNyOFZ6a3NyMmJDVUd3QVhYQVp6WVQzMkJNUXZOaGJySDJKb09wMHlQSFJGNWFSeER3RC9RaXVjOEl2TFZXbzJMOCs4K29xcWdueFEzZzY3eWY3NytvRVJmaHRtNWRGdE5rVkFVRW5qSTY0d3FJbHh0V0pGRncrL2lTb0MzVENBSzNSWXVOT0IzR1Vyck02MFdNZE1qb08xUXpvcUlmZjZEeWhESWNqK2doTkpaclpNTnpVMzREZnJya3o2RDAxbE9ybXhjR2FIQW9uNVhnSDRuQVpVYXEvdzZmM2ZBMERwb0p6bE9ETXowQjdJZDQxelRYdGhrdHlDR0RQQjB2ODZJYWliVmwrTEpMa0x3ZExreFhJc1ZSYkpTd0lmejhuc2EyRkN4Zk1QVnN5cjFRR2FmL1FmNklwNmUwZFdZRDdtdmwxRitxbUNBeXNxWmxFcTJ0TWpxc1RtTkxxUTduVXZpbVJnTjZORVdYaExnYmo1b0ZvdG1QcXNndEttb0NDeWlkRk1LWXc1UjNZc1kxYW91bUUxNHAwQXI2ajZ0M2hPbEdLeGxvMXRBRlJwVitwaGNxeEk0NU93QVdGSXhvbzkrOUxyZkZ3em1VMVpBQ0RiRDFJMXNYekpxYWdTUnRoUHFwWjVOdEFTYjNwZzJGMGI1NE5GYUNzbUZvVTcrc0VXS3JLVU1DTkFHbXJmamI0Lzd0QmVmaUxVV042TzBjejV3QUUwOG9Kak5VMlBJeXZFOTVRTG1rV0NJWHZKYUZqSkZtNGk4RzRlYWhiKzR6d2QxUHFSRXNHd0Qrb0JnTkwzb3MrWWJ0K3kxQlAxNG1sU0Nld2U1SkJKODVGMFlLMVVDZktjaFZCNTdxVy9ZYmI0bWhsRTYrMHl3VkdWVmtsbk1PWEV6aUFRaW9ieXVURXlZNE1oYzFNK0ovSCtrL2hTaFBycStmWHRnTVViZVVRUS9WQ1BjRkVFQ2xXVCs2akxvcWpnR2padHFXM3NCelQ3TVNVZFFMOXhYTkpiMElwblVoQVM4Yjh1NFc3R0l5Ymg3b3U3Z0dVYSthWko0UWo1MjNWVDlmRElRWHhidzBnR2N3bzFWRFRjaDBNZ3R0MEFuNkdCSTZtZkZxZEt4bkxZdHhQUjVRdEJUb0I4cDhOQUdpcEZBeTZsampxSW9VcDJGY0E2RVpINGpoTkg1bWlDNFhoV0tYVi82cWZsL2hSaHNKdUp1aVRjUy9mRE9waHFueEdocFZYaE5nT2NwV3hvcmw5UzdXQU5vUG1UNFJyS0ZYUzFkWmRLdE4zVVNJdWZEc1I4S0dCV0pJTzdNUlFMdW5iRTZxLzR0RGhqQkVTWitIT1F2bzQyWFU1R294STF0THB4SUtjT0Z0cVZXRkVKek8xWUpKSVhoc1NLTHJiZEtLYVJTZFdvbUYxS3RDSmZiVkp2d0lpRHZ6Mkd1TG9Qa3I4d2J0MjZiWVdlVEwwTFoxZ1lHS2tiRkloTGd4NW1Rd3k1Tytkb1FHeG13bGFuMVgzUW5pMEw5VU13Mkk5eUVVcTFEaXNsNkkxR2swb0hZSTRuVEFUc0dUS2xBVVlnbDhva2VibGdYcnRTWWNiVER2UWlhRmN4dWF3T1BRTE1Zb3MzTVZnM0R6VWgrbEVYRmxqalpLZE9LQ2NTM0xvZ083VkFPU1J4NTk4NkMxQjB2RDdXdFEwWDBmTlFYQmRKeUMxVFFtUlNTY2EwZHJwWEtBVEZTSEN4cFpBeTU2UHRSRUwzV0QrbGtNVnBmS2hMUlhJejN2V3I1ZjhnYUhZUWg1akprZ241QktNWHFTK0dxSkFOdFhFUlZRZCtDbThUcU01Q3FCeGs3TExrWjc0VUtRVEptcmlXaEIvQ2lyYWZ0M29CTTlsVWljMDZIak0yTUtkamZZeDh1dHlOQmh4b1BzWm5hQmx1TjlwcCtXeVdxMjBzYjR3ZDVDeG1TR1pqblJDY1hMQzF3a01OQ2wvbWtrN1BoR05HTlVJeWQ2SWFDdUg4SFcxNHFlUVdId3lVOUJuZlpFd1pvSjBRbTBvVjZXUDRPK3ArU1BlVDRWS0M5M1Vtc0ZVUkU4bnBFYXJObnN4NGxWMlhBdm9xYVBLK0lRYm5lQzVUT3FFQmgxTVhaSkVDM2V5Mk9FZEhieG5SOWZXK20wUWluUmltN0tYcEpqUFBlaEgxQkZTdkZLTGphZkJ5aGx5bk9qRVNzVG9lWC85Q2w5QkRyVEZtcHlIRzlHRURRSlJaeXVpc3l2RUtwNnc4Rk51REtibWVNZEYwR1FvT0ROQk91SDdMRlNsR2hHSGNYZzF3SUxhY3FiVVFqTW9LL3VFTkpTT0IrRDA3NTVXTzlHUk1OUDJKNFp5bWRRSlRTWnl5Z3BvdDNDbkdIT1hxRWU5WVVEYVluV0MzSUp0cXJVVUd6c0JIc3h0Mm5nSzhrYjhkYUlUNkp3WGxrTUMvaVhkUWJSYWtKejR5bTVRMUZBK0JqMnZSZE0zbmxCR0hDRWNKSWVxdjAxR2dJWUxobUs1SFkzNlFRZ1FwQTZvVnVXazRzZEtyNGJBbno3YURsTjZrNzRCZWRZcjFRN0RRblVybTNVaXNvSUVTWFpDeWtIVnRDVGMySWtoWEhwYVRDUXVrN2hPV0xpemtENU9kbjJZVHNpNTFOQUk2Y1FoNVlPVi9oY1NBTkNKN1VUV3FJOU9kQUxySURxbEVWMXQzWEdWMlkyWUZsUUN5eEFXcmdTRG1KUkxndE4yU2FoTktrc202dUlubGNNaTgvUTc4TnlRejlWb3p5Q3lFN0lROTdoT1lHRjY1SjBkTkZCbEUwY3pqanVsNERLdUU1cE1CblFpNlVCcEVuS1pyTHZRQ1pwN3hIdWJNYnFnTVBHTVdHbW1CeWM2QVIzRjljUGZvVnJ1YVdOU1pUWmlXb0FLcTZxSURBdDUzUHU2andYNFpnUVJTNUZRMUVJZ1ZoSThZTFJjbGRuVlREcmhmeWFzTi9qUEVKVTBPbkVhWk1sbWg5MnRkbUxSc3IzMDRRR01LYmlNNjhSVmlhS3EzTDBneDhJZEZZS2xWSmRFUGVSZVozV2lFVi9JSm5EUjEwWFdLWS8yVm5HOVY1OHlNUzhud0VkK2RLSVROSkRvdW9sRGQvNVYxY2FrSXEyaGk0UHM0SjRxSW10SWpnandrR29FMTBvTVF1WUc5N3BkWHdnQTZEWmxoWGdFN1liTTl1K0wvK3lWVDhUdEJHMHBQbTNRUmN1b0FiVG1WVHZSaVNwUUdxOW1qSFE4cE9BeXJoTW1tZmhJTGR4Um1aRVVRNmFQWi9oUG5lbFVmd210OWxNR2NTbWRrSHR3TjVzUlVCQjRpWjdIU0xuUmlWQnh3NFBadmlDVi9CVnhEWDBjVTZ5NXFZcm9FQlN0VjdwWXVYeS92Q0MrMVFnaW5zSTVrZVY0VHV3cHhXZ0IvQ05mQmhHNEloZUdrRlIxVzZXdzFzMTJnczQ3N1NvZ0p6b0JqT2JyUUxVVEpsSndtVkluNm1idXFCMHpMWU81U2VJc3oyaHB6MUtFN0VheU0yS2dwQk1iZms0cmJGOExoU3dKRlZXTFZScmh3WTFPZUw4VEVobHUvK0pwYTRDWWhxNEY1SUkwSXhDTUpscmg3a2cwd2IwZkRiY0lsRktrZzIrS1o4V2VVb3dXejNzRlBMWHYrNCtkWkRmc205WjlDQXdMMDRxYkNJbUlETG1Ja1dKN3NLNmRmajR1QS9YMHprNFNWUW91VStxRWhUdHFVTFUvSkpFa3p2SmNINllUYWV5RWgvT2t3Yld0bW1rSmJqR3R3TklrSE9sRXFSd1M2UTlqMmtIWkdHaTlvUStmK0FSTGRvS1dnMlZ6ZEdjQVZWZmNaQTFGaXRHQy93a0tUcjRtZFFKaFdrTy9XRVlObWJ1WVRneDY1d1BFQnhsV25iREFHN0pUY0RtK1RoamFIU2VyN2tRbnZJdWhVa1I2c0JORkdzZWhqK282MGdtdjlEOHdPdWlpM2Q0VU9rRUw4V2d3WmRTSmk2Sy9XK2NNUllyUjBoWGlaM3poSlhVQzhVdkRtcTFzMWxaeWk1bytHdnBCc3daMVVzV3hSSzUwd3NKZGpHQTNEeER1bmgxVFE0ODdEb0RSMnVrd3pMM3d4M2dJRmhkQlRpWHlJQWNxWnN4d3BSTlFoSmRWRlpWSWJBMFEwdEMxZ094RU13TEJhS0xOdWgzenlJdmdnbFJYL0NqMkFoaVBZcmhPZkZidERpVjFncVorVXV6NFZUWmxCcCtSamZwNFNTR05Welk5RlRwaGtFcUwxUW0xUCtIWC9QTWZSRWRGWXloU0Z3UGViRm51ZEFJYjdKOGhLcmRCQUc2YkEzUTBkSjJnaFhnMG1DZ1dTLzVFbHcreGhpakpUSkNGczNzVVEzVUN1K3RTbkVtZGFEeUZNOEhMU2VwN1pwMGdUbGNWTExpSXdtWXExNXpJbFU3WXVET1RQazV1UGRidFNVd3RkbElobmRqV3Fud2N6NGZoTTJ5SU5wdzBJRCs1WUlsdmYrSVR3OTZmc0kra2RkbUl0ajZWV2ZyOVJDMXdVS3VXV0N5R2NualJiS3d4Z2RGRTBaKzJ0djh0SVFmdk96QVR0RjFtTnhSMlRtNEU2QzVIeXBmUWlWSnRvMkh3aGpCcW5odWtoQTVQaEdjSnFYREY3SWliNnRHZWQycjlNU0p3R1l1MWNXZHBlSXhzeUV2cjlpU2lWaWFkb0NsMEkwU0JPWFk1aVUwOXk5aXRNRndIQ2tvbG5OaUp5OXNTSDl3RU90UlJOc1Z1R3JxZG9MWGhxcXpsSHdaNUFVLzd4amhvQk9hbnp2bG1nalVVUTNXaUVnM2xoRTZjT2xxR2ZMVWdYOUQ2amtVbmtMK3Q2QU9Ib2M2cExHc2lWenBoNDg1Sy9jZ0ZkVlluMmdiSlIwM1JHVUFhd3I4bXN6RGF0c0kwWmtnLzliSHFlMlZwZENjRFk3czJJakNaMG5VQ3daOU5tWi9wbmFKR05CTEtnc1oyMjdUU2FPZzZRVWU0dDJWanZqTFFOQXdLaGp1cE95TFlabVlNeFRDZGdFYXFzNGFCVG54QzByS0RrR3RGTGF4a0xuazZ4bWtkbks0cklEeklQbEo1dGtUZWRNTEluWTM0MGZQcnczUkNuWk1iYklOMFlwVTJkbW1aUUJlNmNjTlAwS1JLNDg3N2lMaW5adWlDMGQrZjBIVkNHelRvUGRYdDVyVlRLMXBXblBIWFFDc21mVy9FZEtJWDhRTmUyc0ZpQzdzVzhZTTRJY2Y2RFdhaUV6emJQWXBoT25GS284L1hDZlduYkJmSXRHTmw5UTY5U2FSdE9nRk9vejdvUnRZblVYM3dzZENKUVpuUU9RWkdKMmk5dlVwN1V5cmdIYzJyRFgvS3V0Zy84UFlIYkx5aElUWkx0eFBvcHMwUUdORlVOWkdtMEFsZlIvMnE1L3hCalNyYTV2RENsL3lpUmt3bldqR1hBME51SFVBVXhGME9TY0R0VjdTMHlwVm1ndk1vaHVuRWZyVHd4MWt0a0twMHdwY281aDhsOXJCZERIZmpUQXBPcnlyU2V2cEJENVZyVHFDaUVhRVoycGc3akV0VTB1WXdDN1NQMmNhZHNkbXhNdXVzblZoamhVSTZzVWZyYTNXeUtiTG5YWDk3b3ZJcWZDb3AyWFdaNmRWMUFyT24xQWswbjBVbkZDeGVheUNTYUFFWGtSTCtDMkFqcGhNWUU5K0lRT3JoYUNyNzFsSG0xNXN5RmQwak04RjRGSmIrUjVzM2ZFd3RtZkR0cjY0VDFYVUM2RVlCamJCbDVCaG5NTXhhRVJ2VkRQMlJONTB3Y2hjeTcvQ0dqdDZ6bzRPVW1Za0Nza1psNkkxY1N5eEdnN1JNVTlPZE1CRnRWV3B2WmtpSlJTZmd2YWh4anQ3ekJ3cGgwdVlkRFhFcjJuNWJEQndDc0g2Z0FGbzMvR1FqcGhOUW04akl3VDRFcGdhVHdLYXF0NkRwbGNxTXpBUVppbjVIRmVpSllUb0J1VjRONFNGb1RTZE9CbHhqZGtqMERXb1lSdzNNVEFRWndaeC84cnQxZWd6cFhPbUVqVHNEM1VPei90M3JtZ3dNQnNhZXZYakhFc2tJYWdUbmdYclJ3TGtRRGFFYXh1aGlGUzJYOVJXS3ZTV3VSTmNKdEhrMWhGM0txQk9Ic28yRmdFeU1mNGtLWks3N3BYR2RnQ09ydEk2K0RSak10dGpLaTN5VFV3Wi9XemNUWkNnR1QzVlRXOE4wb2h2WkNZeE5UU2U2UWVzVXZPdjRSTXVmdGkxS3FQMkhIZFJjMmd4MDdyYXNhcjduU2llczNKbHA1M0xSbGR4aHZEcXJFeGp2VWZjUHRCTHM4NVlqRCs2c2N2c3dxYTU2RDFQZG5tSERkUUFUbjFIUnpEMzgraHNoZEJlRFFsWk1ZeWZrV01EYTZYbXFCOGtvSzdBUVdwRkd0UG9qRURpeXEzU25hMTlKU2w5K05IeFVBWVQ4MWMyRTNWQU0wd21NQVltN1ZTY0pYSUJlNERvaE52eTdCMW8zZzFUNGk0eklhZEpMUUxwOGhIRTlDTkswZG96TWh5eVAzU0ZWbytHSkFmRVB3N2hFYmMydVc2RDlKcXpjOFFTWVNsdGdmYzlVRU9UVnRWNGZoQ3BIL1RKWVNNZjRNVlB0aUxmTHNyWnFDV3Y5em5uL3JOM3RSMDFaUE9yZEh4RmhaYXdEd3JGZGVtY3Y2bW9JYzB1aXIya3FKUE04dkJHblp2U1RJV3dsV2lpZERnc2hyV1pVaHdKcGNseWk2K1RjOG1nMHdaWnEyeHA0a0l5YkNiS1VSa094Sk1SVldiY1djWUxBMmcwL2V6OVMyWHYzeVY1ZERBYjhqaHpVbUpJVVM3SkdQRU9paC9hdmh1a1Z0WlNsM2h2aTZvRVdOV3RJWEJudnc3Z0V1bHEwa29oRFJ6YWFHb1U4ek54bHBBamdHTmJSY0Jtc1hsWHp4bUNaSHdSWHMrdGdPVmEwaU1CRU0rVmlORTJkUkNldXZXMnd5a2c1Mmo0RThSTk9iaWVmN1VXTEJ3aHpVK0tPL0J1WlEvZFdOQzRhNGJpL0l6ck1YUTdqbW1zUmxGODU4b1l3cnRaRGZKaGg1UVJyZUFNVWswb1EvNG9BQUEra1NVUkJWRVJjQnlDTFRsaFR2NjNJd1k5TVg1QkJJVGdKMUpERzdMS2ZkK3BiR0p4Tjd5eVpYVVMzcFU1QVllT0xIMVFOVEVtQVNmdXRLZ05lRmo0V2xBRm5KRDhOVmtzQ29kbndhREJEa2l0RHVFUjFUVFV0MEg0YmR1NkdrREJZWEFYbmFxNGJMRWJwNFdDdXpLbHJITW04NkE3VENwdDhLdng4c3VjOUhLRTZJNTY2N2VtZ1J5UDRFVk1VM2dvaXBZU2dJU2UzM21GUEJOL0lSMjQzR3FhQjV6L1FWa3RCbEtweXdvZTcwUEVCTDRWdlFaVEE4Ti9YcStJUWZLalpaV1VtaU5Gd01KYXFiOUtoL1RST09uWGltV1Z4Tlo3aFArMUVrekNSdkIyQ2dKTmdPcVRqVGo3MlVtVWJLOFpOcjcwSmtOOEVhTmdtVFVsUGRjSnFkRnN5endZb2VWUk9zVkRuZzdBR1ZWY1BZVjc4UnY4cElsNGF6OHY2Tkl6TDREMlRab2cyQVgyb3QyYm5Ub2RLbFNhKzdBYnduNkQwbTh0V1JGVnQraDBFd2t5RGlGT3ArdGFnNkNYYXFObkgvNWhzRDliSW5sTzYvbVFOTklwMzMvM0xRV1ZveUNHbGJydEozMjRSNy8rRmp2Y0gxMTlQSUQrQ3IvRXZCdUQ5dTY4bm1jTGFLYVRvVjlXRWo5V0hMNXFGcW4vSTlMdWVxQk9lQis3K1NvZGE4Sy9mRDhjTnh1S2V6UE9nT2svdjBsUFhjSnpwVk1KTTBOZG5CeWFsandZa1AzRDkveW1TMzNoOVYzTHl3UFd2QW5rRE1RUnE4NHRRWVdqdmszQjVBZ0w3MjhqMWJ2UGxjdlRHcjlPRGY2RS80c3NOV1VCcndHMy9vUkZOL0RUVlJKT1lBZzBUZis1RFQzeS8zNEM0NTlYWFA1QXNUZms4bkV2Wlg2LytVL3c3bEZrbXNpMDdkeElpOVgwTm5Cc05ZT2tYcnIvR0gwdmk2SFYzZjJYVmlCQlMyVElXK0psbkFxdDN1M2dmQmtqcHQ4Vk5mNXo0UldqMTZBUFJveDNIc0JMYUlRc3V1ZmJ0aXFOLzczbVAxVFo4bmFDaDJwSWd6NGQvWDBUUG5RUm1mT2I1WC9mL0NGdHVuOUttaU44UTRpZCs2OFgvdGg2WXRMTEVnNFdLdWw0dXhOYysvTG4vR2Y3alJKaU5jNFEzLy9kLytWelBOS2JPMzcrc0tvZUozbm95cHkyYmVrNGplWS9VSUxqSXRTMVZNTWEvL3NwS2Z4VlJiV1REZ0lXbEc0UnVQM3lRY21FL0dmNXdNQVpnYjdhcHJuOEJmVzJBTUZtNEVtTDNiNVlWbVlTMTN0c1NpWlZMY3ZUOUMzTlRPMHhpZGFleXRZbm9MSXF0TFdVcmdJbnNHMzBUZUt2YXRXSEVDZ0NyMUh4YjdXUCtOUDVoNmo2c1pmY2lIRDFDM2FmWmJzeHJVVHhJZjFGMTc0TTEyZmVMNk10clZmRm0veHRmYUFVNjBhZS90QUlJNllRUGZ0K0RBenJSZU1ZcmxVVWZkTDdRaVdoNkJkRXBicTc2T2VYK05jSnpYMDNYQ1EvcVFOZjNScFdRdWxqMU05OFF5OHp3MEpZa1UvOUxrcUVUTXRzUDk1d0hwN2granZDK292K1QrQlZnRlBSdFVNNCt3VUl3VWk3KzE5QnRvd2FzLzNqSHUxRFhWNFlYNjI5ZjJTSk1wbXVGL2hrc3VPNTljR1Nka094WXVReVlCMHVrRTJab1NSMzVWekk5N3YxL0hYMGhFcHVHckVRQ0RpNzhLOXFHVnFLU3BEYmI2bWtnc1NMRHZKLy9hN1grdTcrbWwxZkZ4dWZRbzRkNm5yUDBiMStwdmZON2dPMVA3bi9qTC8vbGY1NFM3ZVZ0ekx4L1dPM2YvN1ZsdlFiOVYrTmY3K2c1QStuUDMxVzc5c1ptSW52eEQ5L1RmOWNYRXBtdUgwdS9lMWZ0bnZRTGVvcU54NWpUNkNIOXduenc0MW9Xa2t0V25ZakQ1ZUdKNDI0RStvdzZrUUlQUlRZTzdIQU5xNmNDWlRxZ2FYblVDY2JlWmxGaWx3QzU2cnUyNHNXWHZhZi83bDlNbEs1c0pESnkvTWh5bDVudTBxaERFOHRQYlVFMzBHNWJoWEtTUmFpSXpvRm03eVZMaXVmSlNZQzg1bVltOUkzRFRPQXpCYzdPSFVmdWd0SEg1bXFFWlVTR2RlTHh2LzdseDJzR01VRWJLSlAxUmdackZUbmpTWUE4MDlWTUtOb0htY0JuQ3B5ZE80N2NDMzdBa1lPd2xHR2Zhc0JYMVVCM3JEc2ZwNE5WVTUyaVZndGhxRmFyV0NRbklnR0swVzFud3R4clpnS2ZLWEIyN2poeUx6M0hsVEpsUTF6OXNuVkhieVdJZDliRkJxSWhvN2JPRUZZVUdTVUFuWURBTTF5MURMQXpCODNNSFVmeG1SdGNLVk5HVzUxTU1VSVpGc3h0NFMrcWFoUjRHcmwxcHVXaXlDaUJPcnZGT2xobFlkVGd5eUNxS2VSazVZNGxxWUVWekVnWHRnNDVxVld0TzNvN2diTDRVYXZXK2todEY1V3lTNkJzbmFUTXVDNzUyeURtc3Z6bFp1V081YUMzeWhiYkM1ZmsyUnN6aUxENjBQNmlpWHpzUFJ4TDJEWFhMbktkUzZDckRnMm5RMzM1UmpxNGZFQmw1WTZqdWpUeXFuSGZ1Z0ZCN1pIVGMyQnVPQ3lvSW1xbDNpSTJReGE1RGlYUU1uMktoTUhmMjJZS2MxZVVsVHVPZ1V2UGNLVmNXZHU2QVVHMTdMc1hDSnMxQ1dJSGRpSjgwWmtlaTJ2Q0VzQWM5cTBNVFN3T2Zrb3dRKzJwZzJia2pxVnYveDFzTVZNSWF6Vndvak1DcDQzRlR2U29wUkREOVo4dUl4WmIyZFlLaXVSRUpiQWtEOXVrYStYc3NYSW42Q2o4eUxON1VpRDExV1JPMnVjeTY3UFpJN1dYUXVJWHEwZXZIWFcvTUMyTkJWd2tBY1JFak1jOUk0aFlxcmNSZTh6N1EwYnVPSFl1alhxeWc5NlVqZDVlRzJ6aXJQVVZsbEo5UFFBLzhmb0htb01WaTV3SlNRQ3pGQmNuVExSNjRuZ3RuZWhWNXd6Y0paaU5QNjZOdkhTaTQvcUhjV1Q2RTJ4WllRUjBnY3c4VGF2WjlFUzBMQWR6MG1PWUxtUTI3amphem5NbmxyaUtPRm9ORWEvYVFWYkcvNnFESFhsUk1vSUU2RWhRK3NqM3B6c2pOREhES3RtNDR3aTk4TE5jS1ZzMmhJaFd4c2dmMjFaUjZFQUNReVl4QnkzTUVrVXV1QnRpckxxc0J6NUw2ZDJ5YlZmWnhlNXhGMHNldUJ2aTFKU3RSenVPdS9DUExmMjl1ZTZTUEhDSGJ4QndUblJ0cmllbFk2a1g3YmsyM1huZ2JvVjFvbk94dkR1V0kzZHlSS1BIamxrd0tZc3M4c0FkOVBJYmRwcnBhTWV5dmJnb21ZRUVzSzExdlBhbU04bG9DSGVQdlFjalVsMzl3MHk0MHdMdnNGdDJPTUFodjdHZkZtRUJOMkVKNEoxZmJyVTc0ZFlualo3bjdpVktIWUxFWkF4bW5YVVlzSTA5eC9LZmRQOU9CajlzOXh6UFV5eDM5Q25SMkRXWjF6dlJ4SjY5NzVheUhjSzBJeXBLbkVtQWZMejVYYyt5M0xWaUNvR0hUV2RTMVJEUjE1MFlBVGRZYjBQRFV5U25KNEVxZS9KZ2VuUk1waVdHT3hxczlPWENhai84anQ4UFRvUUVmTW1HTThSckUxTEZpZkJ5cXlEdFdWOTluQWNKTU54ZEZrLzdIMHhzVE1hTmtOTERsaDEzWHIyYzljTXBFbTl4bjV3RTJrSmNuUnoyV1dObXVLc2Y3ZnJVN2R5WUtKRkw3QjkzMGFIWjVrVGJMNUJubHdENmJMSVRaWGFTSE5hd2MzZE9mc1NuT2hFM1F2SFFZdWNjSEJDMC9ObUJRbEFrcGk0QmZIMW8xQS9jVFozVzdBM2F1V3VFTHdrdDZ0L0JmK1R4Sng5NlMvWld1Qm85ZG0yS1lIR1dkN3E0aG9veVp4S0FEK2pxdlJ0bk5MbERaT2V1c2hXMGNsSDdhb2IvMXlXT3JXYVZEY1ZpVXpITCsvRHVCRk5nWWlSQTRVcW0rSmdYV2JrN0x6b0JhMmUxOVh6cFNzMzE4UzlTczJXN0VQZUxVS3hkT0xNcnFjKzFsMmZqN3FTY25sZGlReFk2Rk5vUFJ4MkN0eWU0TjdtN1diOU42b2lzQWcwcmdUWDI3QUZiOVJnVTJyZ3JkVUxpMnpFZkZ6cXg3WlFybk4yUTJtZkNDNVhkTStVWGVUT1Z3QW9iR0prcGFRNGFIOHBkT2ViaklnN1VkTkJxaEFMdDM0aWVraW5yMGk0SldEeFBWUUxZVk9KbXNxblM0cjZ4b2R6Rm8yN3lPMlBPQ0dtellTZWN4NHFwcExObUMwUmpTV0MrKzJVWWQrZEY3T1RmV2RkQnVBcHJlQkFxampVL1ZrY1dsZDFKb01aR1J0eTFNeHRNUTdpN0ZIL2haNGs5aUpHZEF5eU9ZdjVLQXNQUWxWMEN2bmlja2dSNmMzMEtjQWgzcCtNblcxcU81MjJFbmJqVFRsM1hMdjJVaHN6Y043UHZPdjZZSzRrTjRXNWZIdkVJaU42Sm00MnhPY0dlSFBQaXFWZWRheE05dHZSbWh3Q0xXdWE3MTdPankwM0xRN2pyeG1PdkZjY3ZVVFJZRnh2SDFRc1gyMDAzTzhZQ04zU09UendONGE0ZTN4OXd2VmVEbFZ2VDNsMDQ3VlM0MkhieHpMS2t4cjcxTWt2S1hMVE5jZ2NmdUtNMWdvbmI3UllhLzBMUlV2RkNrU2I4WENYaDZUVnpSWkJUWWxqdVRzVERRbkNKbDEwMmppT0kzRmRSMXVZNnV1RlNrRlBIdFRMWGgyNVk3azdHVHlPZENpM214NnJ2ZGRJTE9ObHhsVUZVajJza0Exa1VUVmtDMkx4MWZFQjZ5Z3l3emJIY0pmWWpsb0lQeTN4RTNGUGJZcEdtTEVUUTY4QU9pak96Yyt6STJmaytEaVZZVk05eCtJUGxyaFUvMTlMd0h5LzJEN3g5SjZPMXpCb0NuRHU1ZWh6R3h5MUpJNklqVHBmUitSSWl4MTB2SG9idStyc0psVmQ1NTV5YzhZQWg0SGJzWUVXMjh5V3FnaG9sQVN5NUQ5WEQzQ1U0N21yeFU2dGxtcmp2aElsb093bkZ3UkJ3TzNibHVaNktqdms0UXB5YzY3djU1UTZ4MTVqZlVNUEwyWXZWcHVlVjQ3NzNpQkxnRGNFUUt6SmltMFUxTnhMQWt0dko4dGtOTmE2eE1OekIvejdVbXNNb1hmVWVwbTIwbnBPb0E3ZHE4N3o1bm9rMHNSN1BaSmYxQlk4blR4SFZkdTRRSzEyTjREeHNKM1RPOTNlUmMvdFJVOHNmTWNrb0kySEVtdTVnUk14RnRjbExBUCtsc3ozNVZtYlZncDA3RE11T1J0VkpUQTFyYjlNeXhrdkNFR3d5R0hwT2ZCYW1nYUpvSEFsZ2dweGpoOExPM1ZyOG15Vm54Rk8zUGIwOGppQmpkYUZ4elZoRzdBRldoRlpweFpWWENWVG5lWWNDUjdJdCt5L2xlTWgxWHh5NXRKYzkxbEdIRmRuSTYzQW82SUlFR2xuK0p2dllTY3pLWFMyK2Z3Q3pjZlNCWFZmc3dXTi9uc0dGb0ZTSEtTNktaaTBCVEZwYnM2WmhjdTFidWF2R1J5M2lSRUwwditxSUVMeTVjY2lncWdUblNCaUlvbWltRWlqVjRvY2Naa3FNODhhdDNIM2tac3dxVk1YRzV5cjhTTTVBRzcvdmgvYzZOak1nSzBDbkx3RytBNmRQajlzVzAzRUhyL2ZBSzduWnJ2TThLQ0xuUTE5bUhYQzM3QmZZUnBJQURQM0JTQldQUmFWMDNHSHFodG5BUW12UEJWUEFjOGpnNlJWTEowWTZ1U2pDck1ZNWhMbWdjWFFpMG5HSFVVeE5zSzlRcDZlaHdXNC80RlJKc1hSS0w4elpRTGJqWWNuWkVER3hWbE54ZHpxSW5kWXAzTER3MW5GcHFiSkxKM3pRb3psdUMwWDlDVXNBaytUQmhKdVlJZnBVM0swRXA3N3F0Rzl3a3ZNRjBqQ0MxMWkzR2JodVBBck1RQlpGczVOQUlpNDVPMEltMG5JYTd0ckJ3YjhhK1FGbmJveEpSb08xdThrRHVXTTJWbFNmakFUNDllOWsycHdlMWpUYzdRUXZVL2dHczdVK0ptMVY4UTRHdzJuUlgyYUtpNko4U0FDbmdyYnpRY2trcUVqRG5iOW9JaDk3ei9NcXUrTlJnZGVKbWd5R011dHNNQldMb3FsS29EZlgvWlNDdTlDanFpSWl1OEQ5ejN1YVhsa0xmQk1MS0RUMHdGSlVaT2RKQW5pWm9KTW5ldHpTTXB3NytYOHNPN0FUcDhkMHNlRXZiREQwTjlqVGdVekZvbWk2RWtBUWYzTzZMVTZ6dGVIY3lmOWp1WXhZYkdWN1BOcE9zeDQyRHVwdWpZZS9xRDBsQ1RSc1I2cW4xUDVrbXhuSzNhVXdQTHBZUFhydEMyUFNVaEZ2WWpEZzAyckxUSEZSbEI4SllQRXd4NnZjb2R5VjZ1dEJYNXg0L1FQTjhYcmxrdWgzR0F3OThXTk1hVkdVSndtMDUvbHdyRGRGN3JyQlRvZWxiN0dkdDJzcEtyTHpKZ0dFUTVwNW84a2RQZFBqRG9jSk9UbTI1enJBNTY3RDhvR0puOS95UWVQb1ZFeU51OFFYTnhNVVl4RzNsOGdxSHZNckFYeDZ2cE5mNnNhbGJGcmNJUkRiWkdodEZHYUNrVTcraXRibTJ2dWJFbmY4b0IraU1ma2JFN2M2UlJmbTJsQk1oN3VGR21zbUhpN014REhUc3RZODc5dDVVK0h1alBoUnJ0TnIvb2NHT1lpaUxGOFNXSGpOWWI0SWNrck5WTGk3OUxvT1IvU1QzMnNvL2Y5NExLUVMrNG9KUlFBQUFBQkpSVTVFcmtKZ2dnPT0iCn0K"/>
    </extobj>
    <extobj name="334E55B0-647D-440b-865C-3EC943EB4CBC-9">
      <extobjdata type="334E55B0-647D-440b-865C-3EC943EB4CBC" data="ewoJIkltZ1NldHRpbmdKc29uIiA6ICJ7XCJkcGlcIjpcIjYwMFwiLFwiZm9ybWF0XCI6XCJQTkdcIixcInRyYW5zcGFyZW50XCI6dHJ1ZSxcImF1dG9cIjpmYWxzZX0iLAoJIkxhdGV4IiA6ICJYRnNnVTE5N1hIUmxlSFI3TW4xOUlEMGdjMTh4SUNzZ2MxOHlJQ3NnYzE4eklDc2djMTgwSUZ4eGRXRmtJQ2hjZEdWNGRIdGliM1Z1WkgwZ1d6QXNYQ3d6TlYwcElGeGQiLAoJIkxhdGV4SW1nQmFzZTY0IiA6ICJpVkJPUncwS0dnb0FBQUFOU1VoRVVnQUFCWElBQUFCVUJBTUFBQURkVWRJbkFBQUFNRkJNVkVYLy8vOEFBQUFBQUFBQUFBQUFBQUFBQUFBQUFBQUFBQUFBQUFBQUFBQUFBQUFBQUFBQUFBQUFBQUFBQUFBQUFBQXYzYUI3QUFBQUQzUlNUbE1BUkptN3plL2RxM1lRVkNJeWlXWjFOSm9MQUFBQUNYQklXWE1BQUE3RUFBQU94QUdWS3c0YkFBQWVha2xFUVZSNEFlMWRDNHhqVjNtK250M01qc2Z6SWhXaWFwUjZ1a0FwMEhhV05LUThpanh0c3FFSTBnbDBkMFhLNDdvaXU0VSs4RmFCaWtlcHArSWx5c01EWkFrQnhBeUlFcUMwSGg1QlJRUnNpaUpWb25TR2xGUkFxVHlOQ2ltVmtEZlo4UVJJeXVsMzN2KzV2bS9iTXh2RlZ5UGY4L3orLzU3em5mLzg1OXhqaitlTnIzRUxETlFDeFVmeGEyRWdqTGpLQllFZlYyS2M5M0J1Z1krUGpqb0p6VExEK1BWZ1FxbjgyUzJCdnlrQmJ0L0pEelN1ZVRHMndFUlBkZTMrSzdldnpKMjhzUDhQT0pZNHloYW9QelJLOUZqc2ZXVnVzZmFjV0dYR21RK3pGampFRHN4WjhHYllUMGJlV2kybXA1VGI5OWJDcEYxNnBYL2phMFJPNGZsaCtlTzBpN1FGVm43R0ZTdmU4US92dk9uYWtWdmZnSmo5WmU0TWUwVi9IeFRxd2hmZTNVQlc2NmY5K2VPVWk3VUZqckJ0cnRvUjBYOGpaKzRoVjh6K010ZHI3dmIxd3N3SzY3M2hmMy8wVkhaaHpTdjZvNThCK2hRWUorUnRnWTVjdHp3aW1Edkx6Z2FhcVZobjk3ZDUycyt4RjN1SFdaVUh4OWZEb2dVS3l0T2N2dXZWTUljanQ3a0JNUUdiKytISDFrNDhyWjJ5M1lvZnZkWS85YXhQa3RJejc3Q1JENi9xc1BWelBhLzJZNTJxN25leUJ6WmxzTm5ickxQRlFQWTRldkcyd0RtMm81VzdjeCtZQzFsbElzWmw3dGNZMjhPZlVVZ3JGbm92VklUandmN2M1azZ3VjRxRkZsSnVzK2FUTXJmRjJyWTRRdFBNUEg2SlhjZllocE03amx6TUxiQmlYYjlaUXFrUnFrekZPTXk5aGUzOTBDdCtqTzIyVTBndnJiRHJQdjJsbjE5aDdIbW05QVJvLyt1WHJSWHYrSHV3ZWtFblUrWk9XVUtMN0M1OEJIMWhSREZOZkowMnZsKzBMVEJIWG1EQkFJM2NXMEJEekJFeGxMa2xuNjN5ZHZwYkpqWTdlRERtNnJMdjhOeHBuOGxhUEFMbW11di9lSUs0S0hNOTM2WWpzMEFJenRlb2U2cksrSGJ4dDhBNmNlM1FqL3ZCWENxR012ZE9KdmVrTklOakcyK0tQVkhtdHhpN1g1ZWt6TjNXaVo3RDNLN2pMbXpSUVZJaVNLYnlPSEN4dGtDZFRKQjRvWFdBekMwcWsrdDVXNHJDY1czVzFEdXZtQ2lNMFNYTUpXYmJZZTRrV3lhd05YYU14Q29wNUpMaW93ek9QWGxFNlBkc1B0eUFJL1Nkc1FiTHd3dXRmV0V1RlVOczdtR21QZTRwNWhqR01OV0wvcXBPcmpGMm53cGI1bEpYMldIdU5HVW5CTkdPYktodEZvMThnUGV0RVIyeG1IR0c2aEFmY0dUQVVUb2VvcDFGS1JWVllRanBWQXhoYnNNUTBQTWR3eGdtY29yMS9sS2xkeGpUM1d5WTIxc2xsUnptZXJXZXpXcXhCMnlFMi9vcWpSNWt1RGtpajN0NlZJODRNdUNvWHRnaWJ1NEIyMXpmTm1xREdzWlExU2ZoSXl6SW5DMEVsZVdjWUQ0aWpPM3UwRW91Y3h2R3QvQzhKVHRZZUFYcTgxT0FBd2gzeWZnYXB2ZzVkdjB3NFN6V3lJQ3RDRGRVb2ZNeU5ZWnVzYUhHcUJocmM3Rlh0cXJGdEZoU3g2MkRuMVZabkFkM1pIQ2lWN3JuVldlZS9kMDFHVldmTG5QWFNkOHhkcDZXbkw5NHRuUEh6S1VkRXhJdU92dEFsRkloaFllVlJNVlk1bDVDbkZ0WTFJVjRhZHpRL2tRV21VZHdXd1luUWdudk12ZUl0ZWRZM0ZXcG1IbXlXcVhwQnhBZU16ZWgwYWNZM2Q2a2xFcW9PRWcyRldPWlcyYk1nTUpmUFdzaW9ZRUFjeGRsb1RUTUxaaUZvSWZUUDhjbytpVWpjaTZwakpUaE1YTVRHbXFTUFVoS1VFcVI1R0VIcVJqTDNMcGxsSWMxLy9sNHFkelFYaStMckdlenVaN3hpajJZZVdlQXpKdU40WGpoKzVBN1ptNUNJMjg1aTNoS3FZU0tnMlJUTVphNWpLenpNWTJUL2Rnd1dYd1hZVlZtY1BPN0k0TnBiSzVYMGI2RkIvb3Z5NHJ5YzE3dkVkUEVnd21QbVp2UTdrdW1GM2xCU3FtRWlvTmtVekdHdVNDcnRYZ280V3hYaFVpckd6K25ET2EyWllsVXpPMGE1N1lWTU8zcnluTU9FYmZmU1dQbUpyUzR1eEtpbEVxb09FZzJGV09ZaTYwRjYzSVhXZUxtUXVramEwcUhoaTJjaXJrdDg3b0YxdG94N1Z2TGd6eldVT3VPbVJ2Zm5EaEJRQXRRU3RIMElZZXBHTVBjdzR6OTJNcUJHZFhFdElrUm9ZcmxmQ3JtVGhwQnNMbk9ac1JVTzBMRS9pZVBtUnZmNXJOa1ZZU1NsRkx4RlFmS3BXSU1jK0Z6RWk4VHpGMUlLd05sOVN5ZmlybEh6Q3UzZFZSMWxtaHBSV1lxOStHYmFyM3IycG1xZUY0YTV1WUJUdlBDb0hqdlZlekU5eklxUERMZ2NEME9reGthSlJTbDdqM2RlL2JiZ3hXSzkxN2J1OW8rVHVtcm43anJwdE5WVWVxT1gzam5FNjQ2SllLbHIvN1BYVmVlM2tENG82ZDdMN1BGUmFiM2pTdjlsLzJxRVNQU0RITmI5dlFCTW55elJTdHJ4bnp5RXpmYktqOFZjM0hJVWhYSDNnTC85dGxvTDM1YXZzYjJVZzlFcVUwSzV1WUNUa0d3bVFwalp4ajd3MnpOTWpMZ2NEWG1xWjFUbENwMldBL0VlYVZiWTI2RnNScGpMOUg5M0VTbnEzMTh1Qnk0NUxRcmt6Yzg3ODBDNUk4cFNPbng2RU1md0tFMnQreWM5b0dvczdSdVRCaHZMZlJKSFM4VmN5RytMZkhFTVlmN00zSXFScFd3ckZsMkFkODMra3JOT3ZGaHBmclNrcG1iRHpnRndUcnNHV3RlNlFmR0hQVHBGcG93TXVCUWFmaGV6VU0wUTFDcTBZT3AvTEx2anJsQ2pmM2VtdmZ1dW5FUkU1ajdlUTd5Y1lkK0dCRzdmK2Q1ajJGUEQyVnUxL21OSmpEM0dOVXNKZ3pLdjBobkMrWmVmdFBWdjdLcFUvamRmWWZtWVVOM1IyYkxNY2VlNXBTV1djUDZMSzdzdFRuV2xON0RTd21jeU55Y3dNa0V1NW45cWRDeFFaWWRLWlFlR1hDNDdJNjc0YzhwcGI3REhuaUxWWmVQVTFSM1VQdG9CWWEyeW1GTGR6ME9RV2x6di95RUZZUTNTcjQ0OXIxQ05ycThSNnNaOC9POU80aDVOZDVDSThoY2djM3g0eThjUTdlL0xRWG1scGFnQU50ZEpiV0N6SzBaZTg2VnhkVjczUm9wUHRUZ1lmWWNpZGZWdm5nNitFVG01Z1JPSnRqS3JteU11ZlJyWlA1SUl3TU9iNitLNUo3T0JIUHZXM211akhXWmVnSWV2Vmx2cjhKSFhGQ2xpK2oycWdxL1Z6TVhQRWJ5eGptNTJGbzM4ekkzT3RxS2RsNGF4bHdRanJ6T3E1azNaRXBDNUEzT3dwK1lUREIzcWZla0wyS3FvMzVsa0xsMS9mWU4xbGhkdStSTHd3WnRHSUY2VHcyS3c5bE1XQ0p6Y3dJbkV1d0l1MEU5OThwcWxnWVlHWEM0RXI1bWs4d0djM3ZhWndSSFg2RXJsYXlWYXRvZDBMSmxMcjRIWTdhWHRzRGNGVWx2ZkxHcnFqR1dOUG5GbDhVZTBzbkc1dFlkNW9MKzUzV1IyRHZjR1BzQ0EzN3VGL1kyZVBrbG1ocGs3cExCeGtQcTY0V3hZa3ptaDhTdm1vWjlYR2JLa0VCQnUxZXp2ajVEVEhKamdrbk16UXVjU0xDeWRtdnVkcmtSbzZ2SUdobHd1R0JHVCtlS0Zab1pjZWg4MDlhVDlrUVpYaGhvb3p0UGVFbVlpK1JQS2ZzQ1AxTGJVWmpjWmExREpjem1JbEdYUmJtVXpQM2d2MWJZaGJiRzVkK2c5TStLR01USkFJOEZtZHV3a3JxYXVOUnlXN3krVU5HM0ZZS2gxYjdTSG41NlJEa0pGYnVNRENuV241VEUzTHpBaVFSYlVVNENUaU10OTZzVm5USXk0RkNSTUpXck5BTTJWeSs3UFg0Y1pWdGwxbTFYZXpYRGJjcGMzOXBjSkgrL0tpdmlWWmllSTh0TW4vN21CN2hadjgydEJKbWI3QmNlOGhsMnRUYkpFMHlZWGI2Nk1mSDl6RzNhOCtRRkRxR3VOZ0dLQ3FvMW5hN2kzSStGVk5MZnNrQzlwTmZaYnUwazV1WUZUaUxZakRaU1pUcjJYZDFDWXlNRERwV0c5dHloR1dDdXNiUGNNVlg4d3B4cWV3WCtyNnBDbVZ1enpBWGpheHVxaURtTEFBN2Jub01URWNwY3d0VVYrM2FCS3VpRzN5ZUk4MmVFdWhObXNLMlRSd3ZhWFBxRjMybElVdGNOTG5wNGpQOE9VUGhGUFd0VGQwbTFIS1lxNXoyektSQVZTR0p1WHVBa2drMW9CblJJQTBZcFNkTkhCa3lGbURCWmI0azBNTmR1TzRKc2lxUHI4RnhOSGZCVlJVRFJxazUybVd1T3VmcTZIYkJWWWNqcW9SdE54UGk1TGxmZG1KYlNmeTkrbzhZdUxKajBXVDJxdUF6amZBU1oyeUpQNmMyOFNSUFJEbHFETjNDZ3BxWmN2QzZwWmdKTFltNWU0Q1NDVGVwT2IycmptMUx0M01CM3BySVlBUzNRdlcyYTVERFhxMmlYRnNQUGxyS3JybWptR3ZyWGREdTBxTmRrclRsM3JaV2xkYm1LbUNHZWxSMFdBdGdEYXpxaitFTWR3cU1ZRmdlWk8wL3NQOG9YdnFXNHU2RXJYM3FjM2ZoTkhSbm9iaDdqN2hjWUpiRlZvNytySEkyZHhOd1E0TUxqL0wzcjdDZ094MDRpMkx6MjZtWlBpbzFOam5MNWNYYnFOWnZoZUNZMUR6Q3ZYUFNORlROWXlRRllRa2NoZExmMlMxRzVvZGhtalM5SEJGUFV2QmZOWE5NeGVPc3B0YWhicDFsQUdHMHBjd2xYWFI1TGpJalBMVVorWU1tVzhlMm83R2V1SWJVcy80SEhDKzR1cTlyZkZ6SHp1dEJpWmcrUjhXTXJGL3ArbHMvbTZWQXljd1BQNE0zaGliRlEvbzVHQ0wrbklOaHlvT2JkYk84M2ZMYWJNQ1p5QUFzNWgreWlJeUEzTGdyN3VVYnpYZWFDRXNJZXdxY2dHMC9XbUVVelY1bFIvSEtpWmk3YTFENTVxTTJ0R0N2Q05jckFYSDV1d1dLYng2bGI1enlSdVo3M1dZQm9LLzhGOXZMTFB2UHZab0FheER3Qm43RVhPazBNa09rS3RROFJxRW5NN1FNdTFmYisra3VYMTVLODB5U0NvVk43YjNOMHVwUGhxQW5lN3lRYzhNZ09MS1YwUjhEY2VYVjZDL3NqWkhVQkM2em9IczNjOC9yUk5YUDVrdHgyNEhDWnk3MGFZK1MxWURGajZBSFV6MXpqaUp2eVg0Q0djcjZaa2E4TEd4blgxZ2JKQ1dBRXNsM3FlQlEvYzQrdkpUa2xNVzkrbFd3VEwvVkk1RkdiZ2FKaWFMdkFXM3R0Rk9LK1UxOVp1Z2Q5S1hzK0FiNnNyK3hoS015b3oxRmdyK1dGMElObWU5OVVHZ2hZb21CN0s2VHpqSVNvQURocCtZUkNyczBGTTBVcmdNR0V1WGpycjVabzBjeTlYZ3ZVeklWYlFsemxGTXl0cFgwVEFVbGJNQlBPWXdqcFhhdDFrTG1YMkkwUXJhaFhoRVRaNTdkTDQ0SzI2T2VBS1o0MjBPQkVZTHZmTStYck9IVlVEN2U1NTBUWjBBL2l3eW1rSUhESmY3ckkyZW9mY0VVL0ZGTWtyaHJGVkFCOXc2L3IyanJqbkZxME5PeTZRV2NOQml4Uk1GTHlNQmZWdEJiaTdqSVg3MVdGYlNvN0oyYzlYN2ROTkhPckdsVnZPV2dvbVI3SzNMcVpyWGtoOE9pOEJrbTZjek54cks5UTB6SXZEWE05UEtYMEhGZVdKUllTZHZwUXN5Wm9OdjYycnZqcVU2OXBiNFV6RndLanJ2NXRqeUR3WWVYMndqWlNNOFBGOGdrdjZ1cHJOODFHNDlaMjlsYUY3dXZhWUltWStCZ01XT0owYWlOZ0xtY0VoKys2d3dLa1doWlNNekFYUmNtQ0lwUzVTMlNyTEJ0enVabm9IN2RsV0dLaFp2K2JDSXdqbFVOdWVGb3hUcWYxTklSRmdIWTNTTEdNUWRPNXE2UmlCSE9QK0hpUThLdi9yR3dRdUtsMXJRZm1VY2pOdEFkZFZocG9NKytyWVliMldTYlBJSUlEQVF1RW1SNTVMUlNFajRsREd5Zlh0Ym53SlVSMnh5VUdtRnNWdFRJd2Q1Nis0aUR2T01pdVdDUElYQ25FMFM4OEFxM3B1RkNGdHBUMmlJYmIzTUtPQXdmK2k4RjFTSzlHNFlIcDNuTUtab3M4R21yd3kyd1Vvbm9FY3gzZ3BCVWFqdDdKU3dGWEZsWDFGbU9yRHBJYlNWcEllUVZmQVcvTGlycHRNWkJqWjhITXdBTCszRVBsRUt2anFod1dpL2R6T1hNM1VXM0o0WlNkeURNd0Y4MUpKcnhRbTl0MXBOUkNSbmpZRTRnMDN0UmNVZWZpekYyVEtmM001ZGIxRXJjallNU0VYN3ZPWHFKd1Z2VEdpSU9iTmZKbXJoMnVCVnR4S016RjJYMTVDZUFpNjIxTEFiQkdWU3VxTDVSSU1HL0tsN2hxR2xOVEVmOVpiTGZCQXRDWmdVWDkrblkrNWtLYk5hcEF2ODNkUkhiZDRkU29tRnQyTER0YTd5elZMRFlNbWt1WDlEMG5uMklLdHBESXRjY1Z6dHhXVldUcUR6eTdNRjlnL0twTTZ3UmFSNWZNZVA4b1Y4K2gwM0NZNjFGZzIzTjR1NlFkaHpCRmt3bm1UZit5VUZqdHYramxKT3hZTlF4UXAyVUc1aFduZDcxUk1aZkRMem1jOG54OWREYUR6WjFQdHJsZ2pEelV5MFh5RFl4dEVVanpzWUxTZ3VjMXhXQmVDWGlzTFdzSG1Uc3YvSUtHT3pUZ0hJaWxUZGxZKzY2aHZvVEorMW04M0ljdXhCTWZFbk05QW93WlF5MGtzUHRPM3VqMDZaeUNZSjczN3J1aHNKb2wzbk5TZGdRV0IyNkRCYUF6QS9QNnJRZHpNaGViVlp0VUFUdHllU3JtSGVIbk5oeE9jVkpWUmFYaE1uZmVXUlJEeUlZUUV2WHhOV0plS3lpOWpJSXdOK2JNdUdEdW1xemR6MXp1dWhqUFVCWkMzNHNlYjVtTmlxYnVQRmxBZnM2UTNWQTNlQmt0NW9ZTDBGQzd6OGdaRm5PeGJhQ0JNZTZVTzRZWE0yU1F1SG9nbG9wZy9KL0RNYmJvVkY0UGF3MVNJaGZ3eWs1TzVxS3JGNGp3d0g2dTNzcUM3U0hXa0RQM21LaVVnYmthU2dvTDlYTXhUdXlDaUwvdWNNWVUxWktIK2RKNld5ZldFYWtpd29mYVF6cXhqSWdLQjVtN0xqeGFXMThVZzYxYTVnR291c0h2WWsrbExRTGtvK2dETnVKYUplVUNRVHd4OGZPSHgxeSsySlhBTmQxSGVBN1RCZ0V0ZURRbHdmaXJmOW5MR3FORG4wQW5rbnNlNENtc0xQSjVDeGlmRzBSNGdMbXdnc0pRYkRuV2tETjNVVlRLd053amRvc0tWVU9aaTFFay9Fd0JEZU92YVNmaWZSL25VTUIwVUFXUktvcUFkTmJlTkszSUlIUEZXYkdDZG1jVk51YWZWUjRzVmZTM250RjVmYU9IajVpb3krMXBqalhUNXAvOHF1dkpuRWNHWjI0LzhPZjJkamkwYUZ3eGQ4aFkzMmNDd2Y1RlYwQ1BMZXN3djJQSW12YW02U2FjQjNqcmhyek1CVUYyakdnRUVMZDJ6MXRYdGhZTXRaenlNQzhwUXcyaVZIVnQzMnllOGhQcEpsbS9pZUJuQzNUUkNPYWlpSDFuaFFqWi83VTFUYWdMUUtQVUNpS2NOdHptbXRVSlNtaThJSFBMM0tPZERjeUdVSHZOd0l0QXhUNlR6WGcxWklSZi9lZHo1MWl2cldwdVVZczFNSE9qZ0xrd3JLU3VWMExEYnZFRXMvOGREbFJ3UmlLWXZCR0daOUx5QU5jVzhqSVhrL0syRVkyQXk5eXkyZ2VCTlNKVEhVaWxkdmdwYzAyaStDNUZWWU5xNXZMWnY2MFR3MjB1aWxpeXdpcVRJV1FxMmtBSGdFYXBHaUtMeUVQcjJ1ZEJDZkJUWEVIbWlzM3Z3NEVGeDVZZENhcWE0NXVxdEV5M2hyVmI4eFI5WU9aR0FYUHQ1dldVR0s1cUxNSFE3S1lQU0ZOeXBDVTdtdzBOZUlMYm5uemVBbWIrUmFxSHkxejAvVm1laXhsU3Y0MUNETE82c21Vd2NWV2Vqd3VHMkJRSnM3bjg3TmVxS01rL1FyMEZGREVRSGdaTDNKUW56dFBZTlk4UHhtNEFGNnE5bE9PTHEyTHRiNUM1NG50bzYrNXM2RlhNdDVRVUFMU00xMEdWaTd6eDJlbTh5cDJuSFQ4b2N5T0J1VEN3ZWpOU3BRUS90d1dOZFYwOXM4cjR4OXh2VGVsQzVCNDdKTUtCbTFYVXo4bGNmYkplYVFEbW1pbFlIRWVTYlFEYXJSa2R3VmZWb1dTSEQ4c0NRN3RRNXBicG5nb1labndtY3o2WE43bVJBbk8rYkNTR0JacG80NStxREc3UVJZUFBzRnR0V2Q5Q0JKa3J2dnZidEk0RnI0VGh1V01yOHhDZVk5Rk55UmhEbzVpaDNhSlQrS0RNalFUbUN2cDJSSWZwRzB1d3JuN3R3RzJSNlZEdnRpdHI3SUYyR0JwSnl3NWM5RG05Y2pLM1FodFVlQXQyOHdZMFZwRXlOWmd0MDZHRXVaaW56WU9HTWhkOE54NG90NmdoekYwbm50Uzg1ZEdsdjdsQTJrY0hvWVh4dzdnVExUMEhmMFBuRTNlOC8wMUVoUk5xaVE1U3Zyb3p6b2ZDNk5wSE1xaVpBbmhNTTlFMFRRZ1FnekkzRWhqWVlQWDFjVnJHRW16Sk9tblR4RjJyNDBGMi95TU9WUWlPa1JzS2ZFaDRjem1aRy9qWGRTQ3Jlbk1DVmNCR1JUYkg2ZThZMHdqVHFaVUYwK0taNi9naDRIWUljOUVmWjNYcmxLa1FNZzNvZkw2TllNWVk5RkI0bldWVEFJbUdpa0diNjNOanFsMXdWYU1lUEg2S0tmbEZCaTFYQUExb3ZNWVZlZzV6VU9aR0FrUE5Gdm5GbnpDdFk1bGJ0L1BVWWNkNUt2Nnp6MTRmQm1mVHNnTTNqdkhhT1ptN1pTbkVVY0F2TzJlMmpBMHMra3dNRDE0RUhhcG5hZGk2OHp3SlY4TzNEbEtvemZVNmx0b0lXNi9QZWd0QTFuQmUzWXo0TWpOcVNGSHljNDY5ZmszSElWQnhmbDJySnVaNk16b0N6SVYzc2VGeEYrT3NSaEN1OTZhTjhSQm1pYmFia2pVMnkvWldWUjNuSDE4T2JITWpnU0Z0eGUzUlBwMWpDZFpoTDljVm1tZ2plc0d1N05CNFh6Z3pjRWtPNXB6TW5iZVU1S3B3NWhwRFU3UFQ2WmIxK3RHaDIwcHJkTDR5eXNVVG1BNzBzOEQrWHEvRHZ1RXI3UGFpU3VXenU2R1laUzRJcmNjSGtLdXFjQjJGbDFXWTNtcUdsMTRUUmRaRTNvUmRuRFRzVEEwNzVMQVNUN25wY1NYSTlrWEhqaVVsSlhFeFRiVUpEYzlZc1MzejhMemtvRFkzRWxqOHMvbUZVR1YwWWl6QnRoN1V4VXAyU2xOSkFlOUtGelQzek1DVDhsVmZUdVllMHZzRVVnSDA2VnUxdTRBcDZheFdDOTFjVmVFT3FWSFhCRHp5RUppcjJiRk9iS2ZoRlAvT2dXWnJxMGNXZ29TNWsrYXJEWkN0Mjc4R0NOT2VXaC9jdDNwdEhVTVIvYjZ6cHI5eGdpZlJ1N2w5Zmk1MlE4VSt4SC9iQnp6Q0xKeUV4WDluTlFLMG9LejN5bk5ValJuZnVEWThaVkRtZWxIQWZHZmh4ZkZheGhMc2tQa3B1VHVkb2NZaDRaK3R4a0ZuQmw1YUZIQTVtVHRyYktKQTRUOXdVcFBOWGF4WWsrdngzMkdVeEFTbnRvMytXOXFQVzFvRWM1K3UwanZXbUdGanliVEF6WHE2S2ZpL0JxKzRyVW9UNXBaOFRhV3lOWWNWUUJEYmFHVFBzZWVyTU9ZeE01RzE5dFprNnUzVVVnZHM3aEZPYXZ6bWRiRzJ0eUZMVC90Qkx4Zkg2ZlVnVUdKeTNONm5YazRVM2Y4ak16aHpvNEN4UHRNTkVLVnVMTUdLTlhXRS9UMjA4MVViNmNWRUJISlc0SUl5a1RtWmk3MGd5VWlwemd5TTE4MjlCUjc1T0hjR3pZV2Z4QlAwS2F3WXk0azhyR01YZVpGYmR2bDVNdlk3LzducC9kUFJweUxFZnYvb2s3M1MwY2Y2Q1BhdU9Ocm1oZUM3eXFWVzUzNU82TDJqM3hXcGhMbm9VVmtDQm5OUlpPS2ppN0tPd2JJWnI1WEJEdkU5Q29yUE16NHh1VUZ2NFJMMk03NWhmeGEvVU5uN0pzZDRQM0dNRlB5Y1hkK3BsQnkzWWtYOFJPUUg2dXg1VHUyQmJXNFVNRnJybUNPcFB4SkxNTys5N0hmYmVOTjdHOXZGTFhDUjlXWWdSMFN6QXA5VDdsNU81dUpWeEFaUlEveW45enArbi9sRFAyRHNpU1REbThNMjRhYy8rQW5zNnltakpqSWJiTytUL0ZlaWp3bm1jcXdtaUNhdSs4alhuNlNJUW8yOVpOT2JXZW90Y09icXBUOWxMdmkyeUhHYlpNVERQKzdaZVovbnFxdmdzOWZ4NE9jd0N0b3FqYTlVZnd0aEdEazZ0UVZzN2haM3o4dDgyZDlBM1N1T1hnVmROZzJDREhUSjFCTEl5aERGVHovMXp2aU1QY090TXpCenZRamdPZEp3cmtnVGl5ZVk5ekhHVHAxR2UyeVlDaVpRaVYreVpnV3VyMHJrdk15dDZ3bGF3QWpYZjdyR2VkVjd2VkZaQktaRUtudkE2ZUlTbnVaVWpmOHdQNmlDQzh6dG5UeHp6VFZuVHZxY3VTZFAzWGpOdGFkUEl0bEFuT1kvWlJIRlhPOFcxbnU3aDlhVFpsL1dldFBlMjh6ZWtreFJuM3pmNjl1ZmVpUEVidHQwYVBTQ3YvbFJoYkZuMnJTZ3pXM3dKVitIT3dQRnQzQ3RHWHRCbTVUbXdUbmpPUWN5TWtaTGJ6M05UbHl4RWFnMU9ITzljT0N1V1I0RUpOcG9Bc0c4Zi93THYzZjFrMng1RytvNERXM1RWU2dqOEp6dTFMek1MZHQ5QUtOTDRWditxU3NXVEZRRlNtODkzbnZaTHdWVGI3dktQOEZOMytOdnZPTGIvL1gxWUc0Z1hucmo4ZDRmYldBTDZ0VFZiM2pYUjc0b2Nxbk5GY2RDOFo4a2VxdHVSZjJRYnFyM2ZwK3pMdkNyTHJCRy9Ib0tMUnV3dVJYdUZyOUZEc0VQUEE3L3pVVzRETFNDMTFWdXZaTTR0TWdRbUJ1cXl4ejVEZXpRQWtoTUlsaGZ2VjlzcTZTR2ZmZlRWd2dKR1lFeGw1THJRaGhpZk5vbFF6SXU4VkppY2wzbWVsOTVsWC9pV1lGUlU0eDZydEs5MTdJVFQ1TVVOQ0pLLzNaNjc5bndZY2psTWhkYmJtc2tNeXc0cFphYjl3U3d3OHJtU0JzVmN4dnlseUxtbmh5alUwYUNlZTh6cTR3dUM5MmUxTEl5QWcvTTNGbTZrdEZLN09jOXdOd3cwVE9oSzdTd2toRnBMbk9uVEY5RUZJZi9xenpyMnNPS3VWUEs4NXQ4TVBMQk1wdEc3Z1l1U0Rndzk5andnSXUzcXF2Q2ZvcFFESEJFRmd4UVJNNCtKYWRnN3JUWTFoaEFINWU1a3dsdm1mZ0x0VzBwYlVSdGs4cm02bjMxOU0vZGtEc3ozdno1bURwelptYytwaERKV2pIZWJZZHM4Sk1DT3BnVldOZXI1NTMxNjNyOXBKSDIrWjZDdVJQM0RhaVR5OXhXN0tUSFJUV3dhOGF2bVFnSFcrYm0vMHpEWExIM2tVbkVGSGZmK1JYNzM0c0xpVTh2UWZRbm1Mc3F3M1YzSDBvWDBQZXN3THBlYnVZbTk2TVdNWnA3Q3VZR2ZoZ2h1eDR1YzVmMDlCY0ZOS1VMekladXgwVlZTNStlaHJtSC95QTluaXpaMEFPOGN6YXU2dkdOdU55K1BQQjFUU2I2Q2RQejhZMit5bWtTY2pOM0luSHVUQ00rZjVrVXpJMjFJV2trTzh3dEpyNWphTHhJZ2hiTGc3b3BFY3FsWVc1RTFlamtLZjFmNGQ2dGpXUjAyUXc1emQ0elpXbThIaHBKYytSbWJuSkhabmpNSEVWVE1IZHBKd2N1cmVJd2R6WnBxT0xFd2tsK01aYlhBNk95dzhMazVYWllkcjYwQmhOYXd6THFLU01mVHFEV3BKNTNzQmxRRGVRTkpWckozY29kMWg2S0JqbEJrcGxiOUhOQ20yb09jOWVkZHkrbWpBMTAwUGZxZXRDbURqUFVHTUdHRHQ3TG1HdHppTXJPNkJmeHpZU0R2M2xsMXZpNytGelhaRkpQNWtKTlhTbVp1ZUo3ZHFueHdnbzZ6TzFvdnkyc0pOSW9CZUlXNlJIVms1S0x0OTV4T1NqMnVxL2ZxdHpIcEFvcDh6dUd0d251YUVvOFU2eTh0OFBET0M2b25DaVRNNFRBclI5OERGNGx2ZU9MdWRxaWtOdGFEMEZ6ZmlRWWh3aGlyOVlOc2RrcE1pbHpTMGxEZkl0UW9Kb0NQR09Sc29FZnF0Y0lMOVJjMmZmVDRwNmh0Tkw3SnY1WGVXVUU4d1QvMHB5ODFINWVuQjRoZVV2bWV6Z2htU05QU21ZdWZzRm53SXN5OTNEU3JsRFRNQ0IrL3pLblRtV2M1amh6elJtYzVoZ3FjL2xCZVgxcHp6U25oc0ZxL0gwNm5QNEw3V0RHRU9KK2p6ZkdTVDhmY3llMUp6TUVUYkpESkRKM0l1cmRiM3BabExsZCtvV3c5QkNQNUpLbGU0NnpFMytWYTBJZmJiT1ZraGJiSXhXZnlOenV3TTRDUFN0V1BGamZhS1JOK2NnRGJ5YWRveDlsa3lReHR6Q0VyUTlpY3c4TmRiTnpsQTB6eGs1dWdha2sxeThaSW4rSkpPWk9QemMvdHE1Sm1MczA2T2tkalRtK1h3d3QwQm15VDUvbG1aS1ltd1VycXF4bDdsVHNjYWVvK3VQMGk3VUZadlhacUFOUWNJYjlERCtndkRBeXlRV2dkODJYN1pvSE9FWkg5b2lQWkdCOU9Pb0Eya0J1Ukk3b1pSV2VweVgyaWpibGs1a1hRZ2Z3b0dPUm8yaUI2U0VzZzNMcXRhL01YUi9xSG1yT0p4NVhHMllMZkZZWnBXRmlwc1BhVitiZVloN3ovd0dpQ1pXOWpkSElRUUFBQUFCSlJVNUVya0pnZ2c9PSIKfQo="/>
    </extobj>
    <extobj name="334E55B0-647D-440b-865C-3EC943EB4CBC-10">
      <extobjdata type="334E55B0-647D-440b-865C-3EC943EB4CBC" data="ewoJIkltZ1NldHRpbmdKc29uIiA6ICJ7XCJkcGlcIjpcIjYwMFwiLFwiZm9ybWF0XCI6XCJQTkdcIixcInRyYW5zcGFyZW50XCI6dHJ1ZSxcImF1dG9cIjpmYWxzZX0iLAoJIkxhdGV4IiA6ICJYRnNnWEhSaGRWOXJJRDRnTUNCY1hRPT0iLAoJIkxhdGV4SW1nQmFzZTY0IiA6ICJpVkJPUncwS0dnb0FBQUFOU1VoRVVnQUFBT0VBQUFCRkJBTUFBQUJPRUp5eEFBQUFNRkJNVkVYLy8vOEFBQUFBQUFBQUFBQUFBQUFBQUFBQUFBQUFBQUFBQUFBQUFBQUFBQUFBQUFBQUFBQUFBQUFBQUFBQUFBQXYzYUI3QUFBQUQzUlNUbE1BSW9uTjc1a1FNa1RkdTJhcmRsU244bDJ1QUFBQUNYQklXWE1BQUE3RUFBQU94QUdWS3c0YkFBQUZ6MGxFUVZSWUNiMVpPMndqUlJnZUoySHRPQSs3Q01WSlNMSEVRM1NPRkNRZ0JZNEVCelNSajRiVzVxQkNnRlBRSEVMeVNuVFg1SVNRNEJTRVR3THhFRVZTZ0JBSWROQWNvc0VwRUpTMmRCVTBPVWdPU0FqMzg4M3N6c3cvM2wxbmQ0V3pSZlovZjdzNzh6L0dFZUlNTHUvelR3N1hmamtESUExUjNDSHFFVzFyZnVKM3IwL2JiZkZLZ3g2ZU9GUUlzRVQvU21xeFNidG5BMWxzMGxBaGhjaVRSMzBoZUVVaGloUkNUeHF6UVNzaHhJRCttalNZakw5QTVJYzRNM1FRVWhPOXpkQ1JqZy93b2FZbmVLL3JaUlNpUUxTZUU2bjBZM3JISmx1OEh2MmQzdEd4ck5DR3c0OWhTa1MzakxwRko0Yk9Sc3dRL2RGTzV6SlBacXNLTVNCSzV4V3hLcUJRM3E1R3hIR0NDdEczUnI1UHVjdU9yTTBubXliU0dBSWdGNHk2eStHTk5CMVI2Qk1kcDRHc0U5Vk15RTcrelNxRTF5STZHSnBZaVVTRGFNOG9LMFIvR2lZejRkMUhkTFI3cWh2eHJBZGkzdlJRUUQ4Ukhkcm5qOGRHMHBzaUo0VGM0NEZkNGQ0bU5PWTZIKzhka1g0SnlBY2lVa2VBZENTNzNMUFliMG90MThTNXJJM2pIbUZ1d3V2WmlKUUw1bUJSTlFJZ0hpdG15WUVENHh1YlU0akxNUDV1bkEyS3Q0dW95cnA4YytjeXhYNWNyRUQzT2h3L0dtTjJGL1RPT3g1SzR5Nlc0K3JxNnFQMCtLcTYxbXBqUW95cTdrYklSMGFGbGtlUlk0alQ0S0R6bXZScEcvY2lXMkxyY2lwMUVWSGVTN1FxeHlGTzA5dktZU3BubFgwWiszdzdDVEtLMkJhaUhtd2ZNWnRoK1J5QU9VQnVJRkRjSlJHdFNuN1ZOajdtdGNCMG1mV3V3amYzdjM4MWJZNkl4VjVpOXdvdzlMTUVYRmxQT3dNMXg0Ym9lSmdNeTFwcUpIV3ZLR0pWYlAwZVBrR0RsYndYM3dLaWZySVU5OFR1SlJGdGRnVDQvV0VRMFhQTGVpZmJwRmZzbzV6NDBXZUwyem5QaFdhTDdwelYwVFUzR2lWV1VtakZkcTg0Uk8wL3o2WUR5TGF5OWhXdmp1N2w2Mmo2N2lLaXJySzFxckRPQ2ZzNkc4RzAreWwzZEs4N295WnV6WEVSdDl6NmJVOExvMEVTK1h1STJIWVB6R1JkdFZubUlyWllwc0thanllSkdJNUNGdlViamdTTTdCME9JaXN6UFZYVnRRZjZpYS9wZFBmWEVEdmFSV1IvZEJCMTlzc3pRVmpzZ3ZoVHZEaWxnWHdEb1orSkdzcE82QnN4cGc1YjJCYmNiQ2piRTVHeEgwZjhpc2h4QXdoT3FUUTBqaFV6NTBBMDdlNnpDdDAyZGltSXo5QmlmNDYxQStLdVVRRFI3dVlPNldxbjlGMm1NZzVKaEllOE9MUnhIYk1HbjFjN3hGQ3V1eVZuNE5ZOEo4Z29vM0ovT0NvTmVkU0ZtbEYxK1VHcnI1dFdvTjZoSzVJby9YQlFDd1RKZjFWOTg1UDArL3lvQVdiRkdQSkhnVEE0bnhRYlJ4L1k3V3hzSFVMVjhFMUh4Qmw4U0FzeVlKOFl1M2pJRE1NZlFnWWJ5Sm85Sm8rU3BSM3MrR3BVcmlWb1VPdWFGaTNXdWxDTnVCdEtSVnVJOGtrYjlkVStvdkcweENKMnh0aVRKQ0xadzAyUHRVRGtwZzBqeER5aEFubU5QYkZJd1lKeUphUG5lb256Um1qbDhZUWcrc2M0ZHhrNmhET3lOcHpEVUlEYWY4MFlSWWlGSm1hcWlOUVZ0R3lad2RMWjk2MjdHYitNaHlrMmZTSHd0VGZkQ0l5N0NNQnR4c2VTeS9icjRmSDNqRTJEdlMrRTE1R3BXMCtCOEhiZU1UYWpoSnlOSHhzVlJuaFU2TjFRMkdHbEUxL2JLVGw5V3A4N3FrYThIWUdjL3o5MkpQRk1qNTRNRlgwMlY2Q3AzT0wyVGJyUi81QUxvclJzaDk5SHhWSEprbDVJTEtQOXFQakNLOHdXSjl0ZWVKaGxVb2U4RE1DWTd1VFlCQXh5dTZhb0x0OHJTSTVBR2hqSlB2cm1Gd0VkLy9jbUxPSzZVNXoxcXdFU0VxMW0xUmhBK0tySjZZVG8vS1kxR0tIUURoTzYwNGloWlBFNytVWlZvRlk4elpURmh2T3IrU3dkRjM1RE1XRVdEb2xGU09wT2psM0l5RXFJSVg5YzVuYmtVUFpTY3ZKWDZHZ1lGenBKVnZqNm9jTzFCNU8wVXI2dmZxRnMwWjBFby9salAwR1RWOXhTdVZMUjJ6cHZtQXgrUFZWTXAxV3R2ZVJuY014cmlnb2tVM1ZhRFpUOXMwQkU1c2pFbUZHYnRabjN1YlA0b2ZoSzg0cmNzU1U3MG1ZSmtkRTIrSnhBeEY0dG44ay9SZFRMQ1RFcmM2UjdKZVBqNWpJUFQ2dFQ4aDE3ZnE0UUdaM0MwNnJYUEJEbFUxcEl4c2hKNWkycUtkVTVlcmQ1SWNub2Y1VS9yL2ZuVjAra2FmSVpzZjhEZnI4cENGMW5OZVVBQUFBQVNVVk9SSzVDWUlJPSIKfQo="/>
    </extobj>
  </extobjs>
</s:customData>
</file>

<file path=customXml/itemProps15.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959</Words>
  <Application>WPS 演示</Application>
  <PresentationFormat>全屏显示(16:9)</PresentationFormat>
  <Paragraphs>80</Paragraphs>
  <Slides>7</Slides>
  <Notes>11</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7</vt:i4>
      </vt:variant>
    </vt:vector>
  </HeadingPairs>
  <TitlesOfParts>
    <vt:vector size="28" baseType="lpstr">
      <vt:lpstr>Arial</vt:lpstr>
      <vt:lpstr>宋体</vt:lpstr>
      <vt:lpstr>Wingdings</vt:lpstr>
      <vt:lpstr>DM Sans</vt:lpstr>
      <vt:lpstr>苹方-简</vt:lpstr>
      <vt:lpstr>DM Sans</vt:lpstr>
      <vt:lpstr>DM Sans</vt:lpstr>
      <vt:lpstr>Calibri</vt:lpstr>
      <vt:lpstr>等线</vt:lpstr>
      <vt:lpstr>MiSans</vt:lpstr>
      <vt:lpstr>MiSans</vt:lpstr>
      <vt:lpstr>Helvetica Neue</vt:lpstr>
      <vt:lpstr>汉仪中等线KW</vt:lpstr>
      <vt:lpstr>微软雅黑</vt:lpstr>
      <vt:lpstr>汉仪旗黑</vt:lpstr>
      <vt:lpstr>宋体</vt:lpstr>
      <vt:lpstr>Arial Unicode MS</vt:lpstr>
      <vt:lpstr>汉仪书宋二KW</vt:lpstr>
      <vt:lpstr>MiSans</vt:lpstr>
      <vt:lpstr>等线</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淩钧"</cp:lastModifiedBy>
  <cp:revision>82</cp:revision>
  <dcterms:created xsi:type="dcterms:W3CDTF">2026-03-26T10:50:39Z</dcterms:created>
  <dcterms:modified xsi:type="dcterms:W3CDTF">2026-03-26T10:50:39Z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6447E8B1F2B44AEF0D31BA69862F3FBA_43</vt:lpwstr>
  </property>
  <property fmtid="{D5CDD505-2E9C-101B-9397-08002B2CF9AE}" pid="3" name="KSOProductBuildVer">
    <vt:lpwstr>2052-12.1.25205.25205</vt:lpwstr>
  </property>
</Properties>
</file>